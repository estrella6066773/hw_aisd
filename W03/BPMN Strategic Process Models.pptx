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49"/>
  </p:notesMasterIdLst>
  <p:handoutMasterIdLst>
    <p:handoutMasterId r:id="rId50"/>
  </p:handoutMasterIdLst>
  <p:sldIdLst>
    <p:sldId id="256" r:id="rId6"/>
    <p:sldId id="287" r:id="rId7"/>
    <p:sldId id="258" r:id="rId8"/>
    <p:sldId id="262" r:id="rId9"/>
    <p:sldId id="288" r:id="rId10"/>
    <p:sldId id="260" r:id="rId11"/>
    <p:sldId id="263" r:id="rId12"/>
    <p:sldId id="264" r:id="rId13"/>
    <p:sldId id="265" r:id="rId14"/>
    <p:sldId id="266" r:id="rId15"/>
    <p:sldId id="267" r:id="rId16"/>
    <p:sldId id="294" r:id="rId17"/>
    <p:sldId id="268" r:id="rId18"/>
    <p:sldId id="289" r:id="rId19"/>
    <p:sldId id="269" r:id="rId20"/>
    <p:sldId id="270" r:id="rId21"/>
    <p:sldId id="273" r:id="rId22"/>
    <p:sldId id="272" r:id="rId23"/>
    <p:sldId id="271" r:id="rId24"/>
    <p:sldId id="295" r:id="rId25"/>
    <p:sldId id="275" r:id="rId26"/>
    <p:sldId id="290" r:id="rId27"/>
    <p:sldId id="278" r:id="rId28"/>
    <p:sldId id="291" r:id="rId29"/>
    <p:sldId id="292" r:id="rId30"/>
    <p:sldId id="303" r:id="rId31"/>
    <p:sldId id="296" r:id="rId32"/>
    <p:sldId id="279" r:id="rId33"/>
    <p:sldId id="280" r:id="rId34"/>
    <p:sldId id="281" r:id="rId35"/>
    <p:sldId id="297" r:id="rId36"/>
    <p:sldId id="282" r:id="rId37"/>
    <p:sldId id="283" r:id="rId38"/>
    <p:sldId id="298" r:id="rId39"/>
    <p:sldId id="284" r:id="rId40"/>
    <p:sldId id="285" r:id="rId41"/>
    <p:sldId id="299" r:id="rId42"/>
    <p:sldId id="300" r:id="rId43"/>
    <p:sldId id="301" r:id="rId44"/>
    <p:sldId id="293" r:id="rId45"/>
    <p:sldId id="304" r:id="rId46"/>
    <p:sldId id="277" r:id="rId47"/>
    <p:sldId id="302" r:id="rId48"/>
  </p:sldIdLst>
  <p:sldSz cx="9144000" cy="6858000" type="screen4x3"/>
  <p:notesSz cx="9144000" cy="6858000"/>
  <p:custDataLst>
    <p:tags r:id="rId5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PMN Strategic Process Models" id="{4284EADD-FE41-494D-A42C-2B60CCFC2DE6}">
          <p14:sldIdLst>
            <p14:sldId id="256"/>
            <p14:sldId id="287"/>
            <p14:sldId id="258"/>
            <p14:sldId id="262"/>
            <p14:sldId id="288"/>
            <p14:sldId id="260"/>
            <p14:sldId id="263"/>
            <p14:sldId id="264"/>
            <p14:sldId id="265"/>
            <p14:sldId id="266"/>
            <p14:sldId id="267"/>
            <p14:sldId id="294"/>
            <p14:sldId id="268"/>
            <p14:sldId id="289"/>
            <p14:sldId id="269"/>
            <p14:sldId id="270"/>
            <p14:sldId id="273"/>
            <p14:sldId id="272"/>
            <p14:sldId id="271"/>
            <p14:sldId id="295"/>
            <p14:sldId id="275"/>
            <p14:sldId id="290"/>
            <p14:sldId id="278"/>
            <p14:sldId id="291"/>
            <p14:sldId id="292"/>
            <p14:sldId id="303"/>
            <p14:sldId id="296"/>
            <p14:sldId id="279"/>
            <p14:sldId id="280"/>
            <p14:sldId id="281"/>
            <p14:sldId id="297"/>
            <p14:sldId id="282"/>
            <p14:sldId id="283"/>
            <p14:sldId id="298"/>
            <p14:sldId id="284"/>
            <p14:sldId id="285"/>
            <p14:sldId id="299"/>
            <p14:sldId id="300"/>
            <p14:sldId id="301"/>
            <p14:sldId id="293"/>
            <p14:sldId id="304"/>
            <p14:sldId id="277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9871F3-4BC2-48E8-A557-373C4567868F}" v="62" dt="2026-10-07T05:10:09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95" autoAdjust="0"/>
    <p:restoredTop sz="79797" autoAdjust="0"/>
  </p:normalViewPr>
  <p:slideViewPr>
    <p:cSldViewPr showGuides="1">
      <p:cViewPr varScale="1">
        <p:scale>
          <a:sx n="76" d="100"/>
          <a:sy n="76" d="100"/>
        </p:scale>
        <p:origin x="1147" y="58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yatt" userId="1b0a4936-1a58-4717-8936-09533ddce9e9" providerId="ADAL" clId="{78B570B4-0A49-41D2-8737-23D6749A7F5B}"/>
    <pc:docChg chg="undo custSel addSld delSld modSld sldOrd modSection">
      <pc:chgData name="David Wyatt" userId="1b0a4936-1a58-4717-8936-09533ddce9e9" providerId="ADAL" clId="{78B570B4-0A49-41D2-8737-23D6749A7F5B}" dt="2026-10-07T05:23:02.182" v="1609" actId="20577"/>
      <pc:docMkLst>
        <pc:docMk/>
      </pc:docMkLst>
      <pc:sldChg chg="modSp mod">
        <pc:chgData name="David Wyatt" userId="1b0a4936-1a58-4717-8936-09533ddce9e9" providerId="ADAL" clId="{78B570B4-0A49-41D2-8737-23D6749A7F5B}" dt="2026-10-07T04:25:23.301" v="1310" actId="403"/>
        <pc:sldMkLst>
          <pc:docMk/>
          <pc:sldMk cId="3764760811" sldId="256"/>
        </pc:sldMkLst>
        <pc:spChg chg="mod">
          <ac:chgData name="David Wyatt" userId="1b0a4936-1a58-4717-8936-09533ddce9e9" providerId="ADAL" clId="{78B570B4-0A49-41D2-8737-23D6749A7F5B}" dt="2026-10-07T04:25:23.301" v="1310" actId="403"/>
          <ac:spMkLst>
            <pc:docMk/>
            <pc:sldMk cId="3764760811" sldId="256"/>
            <ac:spMk id="2" creationId="{60EF4C6A-CA2E-4C35-8BA5-916C10203F2E}"/>
          </ac:spMkLst>
        </pc:spChg>
        <pc:spChg chg="mod">
          <ac:chgData name="David Wyatt" userId="1b0a4936-1a58-4717-8936-09533ddce9e9" providerId="ADAL" clId="{78B570B4-0A49-41D2-8737-23D6749A7F5B}" dt="2026-10-07T02:38:31.848" v="10" actId="20577"/>
          <ac:spMkLst>
            <pc:docMk/>
            <pc:sldMk cId="3764760811" sldId="256"/>
            <ac:spMk id="4" creationId="{FA5FC82F-1F0B-4D11-BC78-0C43FDE0F394}"/>
          </ac:spMkLst>
        </pc:spChg>
        <pc:spChg chg="mod">
          <ac:chgData name="David Wyatt" userId="1b0a4936-1a58-4717-8936-09533ddce9e9" providerId="ADAL" clId="{78B570B4-0A49-41D2-8737-23D6749A7F5B}" dt="2026-10-07T02:38:36.770" v="11" actId="6549"/>
          <ac:spMkLst>
            <pc:docMk/>
            <pc:sldMk cId="3764760811" sldId="256"/>
            <ac:spMk id="6" creationId="{8AF42F57-4342-4892-B2AD-019DCDCB61B2}"/>
          </ac:spMkLst>
        </pc:spChg>
      </pc:sldChg>
      <pc:sldChg chg="delSp modSp add mod setBg">
        <pc:chgData name="David Wyatt" userId="1b0a4936-1a58-4717-8936-09533ddce9e9" providerId="ADAL" clId="{78B570B4-0A49-41D2-8737-23D6749A7F5B}" dt="2026-10-07T02:45:20.889" v="48" actId="20577"/>
        <pc:sldMkLst>
          <pc:docMk/>
          <pc:sldMk cId="0" sldId="260"/>
        </pc:sldMkLst>
        <pc:spChg chg="mod">
          <ac:chgData name="David Wyatt" userId="1b0a4936-1a58-4717-8936-09533ddce9e9" providerId="ADAL" clId="{78B570B4-0A49-41D2-8737-23D6749A7F5B}" dt="2026-10-07T02:44:45.969" v="40" actId="404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2:45:20.889" v="48" actId="20577"/>
          <ac:spMkLst>
            <pc:docMk/>
            <pc:sldMk cId="0" sldId="260"/>
            <ac:spMk id="6" creationId="{00000000-0000-0000-0000-000000000000}"/>
          </ac:spMkLst>
        </pc:spChg>
        <pc:spChg chg="del">
          <ac:chgData name="David Wyatt" userId="1b0a4936-1a58-4717-8936-09533ddce9e9" providerId="ADAL" clId="{78B570B4-0A49-41D2-8737-23D6749A7F5B}" dt="2026-10-07T02:42:23.140" v="31" actId="478"/>
          <ac:spMkLst>
            <pc:docMk/>
            <pc:sldMk cId="0" sldId="260"/>
            <ac:spMk id="7" creationId="{00000000-0000-0000-0000-000000000000}"/>
          </ac:spMkLst>
        </pc:spChg>
      </pc:sldChg>
      <pc:sldChg chg="addSp modSp mod">
        <pc:chgData name="David Wyatt" userId="1b0a4936-1a58-4717-8936-09533ddce9e9" providerId="ADAL" clId="{78B570B4-0A49-41D2-8737-23D6749A7F5B}" dt="2026-10-07T04:51:56.724" v="1337" actId="1076"/>
        <pc:sldMkLst>
          <pc:docMk/>
          <pc:sldMk cId="33928240" sldId="263"/>
        </pc:sldMkLst>
        <pc:spChg chg="mod">
          <ac:chgData name="David Wyatt" userId="1b0a4936-1a58-4717-8936-09533ddce9e9" providerId="ADAL" clId="{78B570B4-0A49-41D2-8737-23D6749A7F5B}" dt="2026-10-07T04:51:43.245" v="1335" actId="21"/>
          <ac:spMkLst>
            <pc:docMk/>
            <pc:sldMk cId="33928240" sldId="263"/>
            <ac:spMk id="3" creationId="{D1474684-16B6-4667-AD9F-523AB5D333B5}"/>
          </ac:spMkLst>
        </pc:spChg>
        <pc:spChg chg="add mod">
          <ac:chgData name="David Wyatt" userId="1b0a4936-1a58-4717-8936-09533ddce9e9" providerId="ADAL" clId="{78B570B4-0A49-41D2-8737-23D6749A7F5B}" dt="2026-10-07T04:51:56.724" v="1337" actId="1076"/>
          <ac:spMkLst>
            <pc:docMk/>
            <pc:sldMk cId="33928240" sldId="263"/>
            <ac:spMk id="5" creationId="{0816754F-6543-B51A-0ECA-1337CA3ECF4D}"/>
          </ac:spMkLst>
        </pc:spChg>
      </pc:sldChg>
      <pc:sldChg chg="modNotesTx">
        <pc:chgData name="David Wyatt" userId="1b0a4936-1a58-4717-8936-09533ddce9e9" providerId="ADAL" clId="{78B570B4-0A49-41D2-8737-23D6749A7F5B}" dt="2026-10-07T02:58:29.155" v="289" actId="20577"/>
        <pc:sldMkLst>
          <pc:docMk/>
          <pc:sldMk cId="2316215953" sldId="267"/>
        </pc:sldMkLst>
      </pc:sldChg>
      <pc:sldChg chg="addSp delSp modSp mod">
        <pc:chgData name="David Wyatt" userId="1b0a4936-1a58-4717-8936-09533ddce9e9" providerId="ADAL" clId="{78B570B4-0A49-41D2-8737-23D6749A7F5B}" dt="2026-10-07T04:54:04.870" v="1341" actId="1076"/>
        <pc:sldMkLst>
          <pc:docMk/>
          <pc:sldMk cId="4232429810" sldId="268"/>
        </pc:sldMkLst>
        <pc:spChg chg="mod">
          <ac:chgData name="David Wyatt" userId="1b0a4936-1a58-4717-8936-09533ddce9e9" providerId="ADAL" clId="{78B570B4-0A49-41D2-8737-23D6749A7F5B}" dt="2026-10-07T02:59:51.943" v="310" actId="20577"/>
          <ac:spMkLst>
            <pc:docMk/>
            <pc:sldMk cId="4232429810" sldId="268"/>
            <ac:spMk id="3" creationId="{D1474684-16B6-4667-AD9F-523AB5D333B5}"/>
          </ac:spMkLst>
        </pc:spChg>
        <pc:spChg chg="add mod">
          <ac:chgData name="David Wyatt" userId="1b0a4936-1a58-4717-8936-09533ddce9e9" providerId="ADAL" clId="{78B570B4-0A49-41D2-8737-23D6749A7F5B}" dt="2026-10-07T04:54:04.870" v="1341" actId="1076"/>
          <ac:spMkLst>
            <pc:docMk/>
            <pc:sldMk cId="4232429810" sldId="268"/>
            <ac:spMk id="5" creationId="{9FBE798D-AAFE-045A-5568-3460A78C1279}"/>
          </ac:spMkLst>
        </pc:spChg>
        <pc:graphicFrameChg chg="add del">
          <ac:chgData name="David Wyatt" userId="1b0a4936-1a58-4717-8936-09533ddce9e9" providerId="ADAL" clId="{78B570B4-0A49-41D2-8737-23D6749A7F5B}" dt="2026-10-07T03:09:56.037" v="436" actId="22"/>
          <ac:graphicFrameMkLst>
            <pc:docMk/>
            <pc:sldMk cId="4232429810" sldId="268"/>
            <ac:graphicFrameMk id="5" creationId="{9FD42348-514B-6005-510C-6C08B54AD2BC}"/>
          </ac:graphicFrameMkLst>
        </pc:graphicFrameChg>
      </pc:sldChg>
      <pc:sldChg chg="addSp delSp modSp mod">
        <pc:chgData name="David Wyatt" userId="1b0a4936-1a58-4717-8936-09533ddce9e9" providerId="ADAL" clId="{78B570B4-0A49-41D2-8737-23D6749A7F5B}" dt="2026-10-07T03:09:30.826" v="434" actId="22"/>
        <pc:sldMkLst>
          <pc:docMk/>
          <pc:sldMk cId="4823469" sldId="269"/>
        </pc:sldMkLst>
        <pc:spChg chg="mod">
          <ac:chgData name="David Wyatt" userId="1b0a4936-1a58-4717-8936-09533ddce9e9" providerId="ADAL" clId="{78B570B4-0A49-41D2-8737-23D6749A7F5B}" dt="2026-10-07T03:09:19.017" v="430" actId="1076"/>
          <ac:spMkLst>
            <pc:docMk/>
            <pc:sldMk cId="4823469" sldId="269"/>
            <ac:spMk id="3" creationId="{D1474684-16B6-4667-AD9F-523AB5D333B5}"/>
          </ac:spMkLst>
        </pc:spChg>
        <pc:graphicFrameChg chg="add del mod">
          <ac:chgData name="David Wyatt" userId="1b0a4936-1a58-4717-8936-09533ddce9e9" providerId="ADAL" clId="{78B570B4-0A49-41D2-8737-23D6749A7F5B}" dt="2026-10-07T03:09:30.826" v="434" actId="22"/>
          <ac:graphicFrameMkLst>
            <pc:docMk/>
            <pc:sldMk cId="4823469" sldId="269"/>
            <ac:graphicFrameMk id="5" creationId="{73D10741-4A8F-11C7-2D25-3DB3D45485F2}"/>
          </ac:graphicFrameMkLst>
        </pc:graphicFrameChg>
      </pc:sldChg>
      <pc:sldChg chg="modSp mod">
        <pc:chgData name="David Wyatt" userId="1b0a4936-1a58-4717-8936-09533ddce9e9" providerId="ADAL" clId="{78B570B4-0A49-41D2-8737-23D6749A7F5B}" dt="2026-10-07T03:01:22.618" v="329" actId="20577"/>
        <pc:sldMkLst>
          <pc:docMk/>
          <pc:sldMk cId="2089513882" sldId="270"/>
        </pc:sldMkLst>
        <pc:spChg chg="mod">
          <ac:chgData name="David Wyatt" userId="1b0a4936-1a58-4717-8936-09533ddce9e9" providerId="ADAL" clId="{78B570B4-0A49-41D2-8737-23D6749A7F5B}" dt="2026-10-07T03:01:22.618" v="329" actId="20577"/>
          <ac:spMkLst>
            <pc:docMk/>
            <pc:sldMk cId="2089513882" sldId="270"/>
            <ac:spMk id="2" creationId="{DE9A93DA-9975-43A2-9678-60BDA25B6C21}"/>
          </ac:spMkLst>
        </pc:spChg>
      </pc:sldChg>
      <pc:sldChg chg="addSp modSp mod">
        <pc:chgData name="David Wyatt" userId="1b0a4936-1a58-4717-8936-09533ddce9e9" providerId="ADAL" clId="{78B570B4-0A49-41D2-8737-23D6749A7F5B}" dt="2026-10-07T03:59:03.283" v="839" actId="22"/>
        <pc:sldMkLst>
          <pc:docMk/>
          <pc:sldMk cId="1885191443" sldId="271"/>
        </pc:sldMkLst>
        <pc:spChg chg="mod">
          <ac:chgData name="David Wyatt" userId="1b0a4936-1a58-4717-8936-09533ddce9e9" providerId="ADAL" clId="{78B570B4-0A49-41D2-8737-23D6749A7F5B}" dt="2026-10-07T03:04:57.529" v="426" actId="27636"/>
          <ac:spMkLst>
            <pc:docMk/>
            <pc:sldMk cId="1885191443" sldId="271"/>
            <ac:spMk id="2" creationId="{22BB7823-215E-A54A-7327-D4F8FC8808DE}"/>
          </ac:spMkLst>
        </pc:spChg>
        <pc:spChg chg="add">
          <ac:chgData name="David Wyatt" userId="1b0a4936-1a58-4717-8936-09533ddce9e9" providerId="ADAL" clId="{78B570B4-0A49-41D2-8737-23D6749A7F5B}" dt="2026-10-07T03:59:03.283" v="839" actId="22"/>
          <ac:spMkLst>
            <pc:docMk/>
            <pc:sldMk cId="1885191443" sldId="271"/>
            <ac:spMk id="5" creationId="{9F5EAD77-8C1B-DF31-4F80-B982E378FA3B}"/>
          </ac:spMkLst>
        </pc:spChg>
      </pc:sldChg>
      <pc:sldChg chg="modSp mod">
        <pc:chgData name="David Wyatt" userId="1b0a4936-1a58-4717-8936-09533ddce9e9" providerId="ADAL" clId="{78B570B4-0A49-41D2-8737-23D6749A7F5B}" dt="2026-10-07T03:01:31.005" v="340" actId="20577"/>
        <pc:sldMkLst>
          <pc:docMk/>
          <pc:sldMk cId="723432490" sldId="272"/>
        </pc:sldMkLst>
        <pc:spChg chg="mod">
          <ac:chgData name="David Wyatt" userId="1b0a4936-1a58-4717-8936-09533ddce9e9" providerId="ADAL" clId="{78B570B4-0A49-41D2-8737-23D6749A7F5B}" dt="2026-10-07T03:01:31.005" v="340" actId="20577"/>
          <ac:spMkLst>
            <pc:docMk/>
            <pc:sldMk cId="723432490" sldId="272"/>
            <ac:spMk id="2" creationId="{DD995515-1017-EB78-59E7-363B5B13D1D8}"/>
          </ac:spMkLst>
        </pc:spChg>
      </pc:sldChg>
      <pc:sldChg chg="modSp add mod setBg">
        <pc:chgData name="David Wyatt" userId="1b0a4936-1a58-4717-8936-09533ddce9e9" providerId="ADAL" clId="{78B570B4-0A49-41D2-8737-23D6749A7F5B}" dt="2026-10-07T04:03:33.147" v="951" actId="113"/>
        <pc:sldMkLst>
          <pc:docMk/>
          <pc:sldMk cId="0" sldId="275"/>
        </pc:sldMkLst>
        <pc:spChg chg="mod">
          <ac:chgData name="David Wyatt" userId="1b0a4936-1a58-4717-8936-09533ddce9e9" providerId="ADAL" clId="{78B570B4-0A49-41D2-8737-23D6749A7F5B}" dt="2026-10-07T04:03:33.147" v="951" actId="113"/>
          <ac:spMkLst>
            <pc:docMk/>
            <pc:sldMk cId="0" sldId="275"/>
            <ac:spMk id="6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4:00:52.008" v="924" actId="1076"/>
          <ac:spMkLst>
            <pc:docMk/>
            <pc:sldMk cId="0" sldId="275"/>
            <ac:spMk id="9" creationId="{3DF0D864-AF65-C1CD-53DE-6F76CE62A0D1}"/>
          </ac:spMkLst>
        </pc:spChg>
      </pc:sldChg>
      <pc:sldChg chg="del">
        <pc:chgData name="David Wyatt" userId="1b0a4936-1a58-4717-8936-09533ddce9e9" providerId="ADAL" clId="{78B570B4-0A49-41D2-8737-23D6749A7F5B}" dt="2026-10-07T03:51:57.978" v="781" actId="47"/>
        <pc:sldMkLst>
          <pc:docMk/>
          <pc:sldMk cId="2968214986" sldId="276"/>
        </pc:sldMkLst>
      </pc:sldChg>
      <pc:sldChg chg="modSp mod">
        <pc:chgData name="David Wyatt" userId="1b0a4936-1a58-4717-8936-09533ddce9e9" providerId="ADAL" clId="{78B570B4-0A49-41D2-8737-23D6749A7F5B}" dt="2026-10-07T03:19:27.809" v="479" actId="14100"/>
        <pc:sldMkLst>
          <pc:docMk/>
          <pc:sldMk cId="577631850" sldId="278"/>
        </pc:sldMkLst>
        <pc:spChg chg="mod">
          <ac:chgData name="David Wyatt" userId="1b0a4936-1a58-4717-8936-09533ddce9e9" providerId="ADAL" clId="{78B570B4-0A49-41D2-8737-23D6749A7F5B}" dt="2026-10-07T03:19:17.517" v="477" actId="404"/>
          <ac:spMkLst>
            <pc:docMk/>
            <pc:sldMk cId="577631850" sldId="278"/>
            <ac:spMk id="3" creationId="{31DE6BCE-2518-5173-6EA7-FB62849A5E6E}"/>
          </ac:spMkLst>
        </pc:spChg>
        <pc:picChg chg="mod">
          <ac:chgData name="David Wyatt" userId="1b0a4936-1a58-4717-8936-09533ddce9e9" providerId="ADAL" clId="{78B570B4-0A49-41D2-8737-23D6749A7F5B}" dt="2026-10-07T03:19:27.809" v="479" actId="14100"/>
          <ac:picMkLst>
            <pc:docMk/>
            <pc:sldMk cId="577631850" sldId="278"/>
            <ac:picMk id="4" creationId="{E83EC1AF-72B6-B34B-030D-08761FD1BA5D}"/>
          </ac:picMkLst>
        </pc:picChg>
      </pc:sldChg>
      <pc:sldChg chg="addSp modSp mod">
        <pc:chgData name="David Wyatt" userId="1b0a4936-1a58-4717-8936-09533ddce9e9" providerId="ADAL" clId="{78B570B4-0A49-41D2-8737-23D6749A7F5B}" dt="2026-10-07T05:06:49.086" v="1391" actId="20577"/>
        <pc:sldMkLst>
          <pc:docMk/>
          <pc:sldMk cId="2587994479" sldId="279"/>
        </pc:sldMkLst>
        <pc:spChg chg="mod">
          <ac:chgData name="David Wyatt" userId="1b0a4936-1a58-4717-8936-09533ddce9e9" providerId="ADAL" clId="{78B570B4-0A49-41D2-8737-23D6749A7F5B}" dt="2026-10-07T05:06:27.546" v="1387" actId="14100"/>
          <ac:spMkLst>
            <pc:docMk/>
            <pc:sldMk cId="2587994479" sldId="279"/>
            <ac:spMk id="3" creationId="{63452BD7-27D6-DD42-21DE-A5CA0B6224A4}"/>
          </ac:spMkLst>
        </pc:spChg>
        <pc:spChg chg="add mod">
          <ac:chgData name="David Wyatt" userId="1b0a4936-1a58-4717-8936-09533ddce9e9" providerId="ADAL" clId="{78B570B4-0A49-41D2-8737-23D6749A7F5B}" dt="2026-10-07T05:06:49.086" v="1391" actId="20577"/>
          <ac:spMkLst>
            <pc:docMk/>
            <pc:sldMk cId="2587994479" sldId="279"/>
            <ac:spMk id="5" creationId="{5814F429-50A1-84C9-178C-39C43CFFFB93}"/>
          </ac:spMkLst>
        </pc:spChg>
      </pc:sldChg>
      <pc:sldChg chg="modNotesTx">
        <pc:chgData name="David Wyatt" userId="1b0a4936-1a58-4717-8936-09533ddce9e9" providerId="ADAL" clId="{78B570B4-0A49-41D2-8737-23D6749A7F5B}" dt="2026-10-07T03:31:27.719" v="529" actId="113"/>
        <pc:sldMkLst>
          <pc:docMk/>
          <pc:sldMk cId="940506306" sldId="283"/>
        </pc:sldMkLst>
      </pc:sldChg>
      <pc:sldChg chg="addSp modSp mod modNotesTx">
        <pc:chgData name="David Wyatt" userId="1b0a4936-1a58-4717-8936-09533ddce9e9" providerId="ADAL" clId="{78B570B4-0A49-41D2-8737-23D6749A7F5B}" dt="2026-10-07T04:15:30.439" v="1078" actId="20577"/>
        <pc:sldMkLst>
          <pc:docMk/>
          <pc:sldMk cId="2630479366" sldId="284"/>
        </pc:sldMkLst>
        <pc:spChg chg="add mod">
          <ac:chgData name="David Wyatt" userId="1b0a4936-1a58-4717-8936-09533ddce9e9" providerId="ADAL" clId="{78B570B4-0A49-41D2-8737-23D6749A7F5B}" dt="2026-10-07T03:39:41.299" v="563" actId="1076"/>
          <ac:spMkLst>
            <pc:docMk/>
            <pc:sldMk cId="2630479366" sldId="284"/>
            <ac:spMk id="3" creationId="{839486C3-CF99-3EAC-685F-BB05BDC4F7E2}"/>
          </ac:spMkLst>
        </pc:spChg>
        <pc:spChg chg="mod">
          <ac:chgData name="David Wyatt" userId="1b0a4936-1a58-4717-8936-09533ddce9e9" providerId="ADAL" clId="{78B570B4-0A49-41D2-8737-23D6749A7F5B}" dt="2026-10-07T04:15:30.439" v="1078" actId="20577"/>
          <ac:spMkLst>
            <pc:docMk/>
            <pc:sldMk cId="2630479366" sldId="284"/>
            <ac:spMk id="5" creationId="{83D11E99-0DFA-FC17-8A2F-8726379BC056}"/>
          </ac:spMkLst>
        </pc:spChg>
        <pc:picChg chg="mod">
          <ac:chgData name="David Wyatt" userId="1b0a4936-1a58-4717-8936-09533ddce9e9" providerId="ADAL" clId="{78B570B4-0A49-41D2-8737-23D6749A7F5B}" dt="2026-10-07T03:40:00.418" v="566" actId="1076"/>
          <ac:picMkLst>
            <pc:docMk/>
            <pc:sldMk cId="2630479366" sldId="284"/>
            <ac:picMk id="4" creationId="{6BECC024-EE0E-ABFB-34EE-8759373FDCD9}"/>
          </ac:picMkLst>
        </pc:picChg>
      </pc:sldChg>
      <pc:sldChg chg="modSp mod modNotesTx">
        <pc:chgData name="David Wyatt" userId="1b0a4936-1a58-4717-8936-09533ddce9e9" providerId="ADAL" clId="{78B570B4-0A49-41D2-8737-23D6749A7F5B}" dt="2026-10-07T04:15:49.171" v="1100" actId="20577"/>
        <pc:sldMkLst>
          <pc:docMk/>
          <pc:sldMk cId="717424663" sldId="285"/>
        </pc:sldMkLst>
        <pc:spChg chg="mod">
          <ac:chgData name="David Wyatt" userId="1b0a4936-1a58-4717-8936-09533ddce9e9" providerId="ADAL" clId="{78B570B4-0A49-41D2-8737-23D6749A7F5B}" dt="2026-10-07T04:15:49.171" v="1100" actId="20577"/>
          <ac:spMkLst>
            <pc:docMk/>
            <pc:sldMk cId="717424663" sldId="285"/>
            <ac:spMk id="3" creationId="{94F991C4-AA4E-6531-C8FC-013AABEA7609}"/>
          </ac:spMkLst>
        </pc:spChg>
        <pc:picChg chg="mod">
          <ac:chgData name="David Wyatt" userId="1b0a4936-1a58-4717-8936-09533ddce9e9" providerId="ADAL" clId="{78B570B4-0A49-41D2-8737-23D6749A7F5B}" dt="2026-10-07T04:14:50.993" v="1053" actId="1076"/>
          <ac:picMkLst>
            <pc:docMk/>
            <pc:sldMk cId="717424663" sldId="285"/>
            <ac:picMk id="4" creationId="{0AFDB545-7390-F06E-44CB-C1AD3F14CA0C}"/>
          </ac:picMkLst>
        </pc:picChg>
      </pc:sldChg>
      <pc:sldChg chg="del">
        <pc:chgData name="David Wyatt" userId="1b0a4936-1a58-4717-8936-09533ddce9e9" providerId="ADAL" clId="{78B570B4-0A49-41D2-8737-23D6749A7F5B}" dt="2026-10-07T03:52:00.638" v="782" actId="47"/>
        <pc:sldMkLst>
          <pc:docMk/>
          <pc:sldMk cId="43870486" sldId="286"/>
        </pc:sldMkLst>
      </pc:sldChg>
      <pc:sldChg chg="modSp mod">
        <pc:chgData name="David Wyatt" userId="1b0a4936-1a58-4717-8936-09533ddce9e9" providerId="ADAL" clId="{78B570B4-0A49-41D2-8737-23D6749A7F5B}" dt="2026-10-07T04:26:38.984" v="1321" actId="20577"/>
        <pc:sldMkLst>
          <pc:docMk/>
          <pc:sldMk cId="3207717677" sldId="287"/>
        </pc:sldMkLst>
        <pc:spChg chg="mod">
          <ac:chgData name="David Wyatt" userId="1b0a4936-1a58-4717-8936-09533ddce9e9" providerId="ADAL" clId="{78B570B4-0A49-41D2-8737-23D6749A7F5B}" dt="2026-10-07T04:26:38.984" v="1321" actId="20577"/>
          <ac:spMkLst>
            <pc:docMk/>
            <pc:sldMk cId="3207717677" sldId="287"/>
            <ac:spMk id="3" creationId="{FA81E986-E028-709B-31F0-58EA9B8CE916}"/>
          </ac:spMkLst>
        </pc:spChg>
      </pc:sldChg>
      <pc:sldChg chg="modSp add mod setBg">
        <pc:chgData name="David Wyatt" userId="1b0a4936-1a58-4717-8936-09533ddce9e9" providerId="ADAL" clId="{78B570B4-0A49-41D2-8737-23D6749A7F5B}" dt="2026-10-07T02:44:22.310" v="36" actId="2711"/>
        <pc:sldMkLst>
          <pc:docMk/>
          <pc:sldMk cId="0" sldId="288"/>
        </pc:sldMkLst>
        <pc:spChg chg="mod">
          <ac:chgData name="David Wyatt" userId="1b0a4936-1a58-4717-8936-09533ddce9e9" providerId="ADAL" clId="{78B570B4-0A49-41D2-8737-23D6749A7F5B}" dt="2026-10-07T02:44:22.310" v="36" actId="2711"/>
          <ac:spMkLst>
            <pc:docMk/>
            <pc:sldMk cId="0" sldId="288"/>
            <ac:spMk id="6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2:43:36.210" v="33" actId="404"/>
          <ac:spMkLst>
            <pc:docMk/>
            <pc:sldMk cId="0" sldId="288"/>
            <ac:spMk id="9" creationId="{3F5C5991-0881-E321-F2A0-EDB7F750E6F9}"/>
          </ac:spMkLst>
        </pc:spChg>
      </pc:sldChg>
      <pc:sldChg chg="modSp add mod setBg">
        <pc:chgData name="David Wyatt" userId="1b0a4936-1a58-4717-8936-09533ddce9e9" providerId="ADAL" clId="{78B570B4-0A49-41D2-8737-23D6749A7F5B}" dt="2026-10-07T03:10:25.025" v="441" actId="1076"/>
        <pc:sldMkLst>
          <pc:docMk/>
          <pc:sldMk cId="0" sldId="289"/>
        </pc:sldMkLst>
        <pc:spChg chg="mod">
          <ac:chgData name="David Wyatt" userId="1b0a4936-1a58-4717-8936-09533ddce9e9" providerId="ADAL" clId="{78B570B4-0A49-41D2-8737-23D6749A7F5B}" dt="2026-10-07T03:10:11.050" v="439" actId="404"/>
          <ac:spMkLst>
            <pc:docMk/>
            <pc:sldMk cId="0" sldId="289"/>
            <ac:spMk id="20" creationId="{A4958242-2864-69C1-51B3-BD0470CBE371}"/>
          </ac:spMkLst>
        </pc:spChg>
        <pc:graphicFrameChg chg="mod">
          <ac:chgData name="David Wyatt" userId="1b0a4936-1a58-4717-8936-09533ddce9e9" providerId="ADAL" clId="{78B570B4-0A49-41D2-8737-23D6749A7F5B}" dt="2026-10-07T03:10:25.025" v="441" actId="1076"/>
          <ac:graphicFrameMkLst>
            <pc:docMk/>
            <pc:sldMk cId="0" sldId="289"/>
            <ac:graphicFrameMk id="23" creationId="{BDDAEEA2-A4A6-5644-BF75-F18FB2611971}"/>
          </ac:graphicFrameMkLst>
        </pc:graphicFrameChg>
      </pc:sldChg>
      <pc:sldChg chg="addSp delSp modSp add mod setBg">
        <pc:chgData name="David Wyatt" userId="1b0a4936-1a58-4717-8936-09533ddce9e9" providerId="ADAL" clId="{78B570B4-0A49-41D2-8737-23D6749A7F5B}" dt="2026-10-07T04:56:11.423" v="1345" actId="1076"/>
        <pc:sldMkLst>
          <pc:docMk/>
          <pc:sldMk cId="0" sldId="290"/>
        </pc:sldMkLst>
        <pc:spChg chg="add mod">
          <ac:chgData name="David Wyatt" userId="1b0a4936-1a58-4717-8936-09533ddce9e9" providerId="ADAL" clId="{78B570B4-0A49-41D2-8737-23D6749A7F5B}" dt="2026-10-07T04:56:11.423" v="1345" actId="1076"/>
          <ac:spMkLst>
            <pc:docMk/>
            <pc:sldMk cId="0" sldId="290"/>
            <ac:spMk id="3" creationId="{C703307B-EC71-17AF-116A-13D4E3E13F51}"/>
          </ac:spMkLst>
        </pc:spChg>
        <pc:spChg chg="mod">
          <ac:chgData name="David Wyatt" userId="1b0a4936-1a58-4717-8936-09533ddce9e9" providerId="ADAL" clId="{78B570B4-0A49-41D2-8737-23D6749A7F5B}" dt="2026-10-07T04:01:18.939" v="930" actId="2711"/>
          <ac:spMkLst>
            <pc:docMk/>
            <pc:sldMk cId="0" sldId="290"/>
            <ac:spMk id="6" creationId="{00000000-0000-0000-0000-000000000000}"/>
          </ac:spMkLst>
        </pc:spChg>
        <pc:spChg chg="del">
          <ac:chgData name="David Wyatt" userId="1b0a4936-1a58-4717-8936-09533ddce9e9" providerId="ADAL" clId="{78B570B4-0A49-41D2-8737-23D6749A7F5B}" dt="2026-10-07T03:14:02.295" v="446" actId="478"/>
          <ac:spMkLst>
            <pc:docMk/>
            <pc:sldMk cId="0" sldId="290"/>
            <ac:spMk id="9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4:01:22.905" v="931" actId="1076"/>
          <ac:spMkLst>
            <pc:docMk/>
            <pc:sldMk cId="0" sldId="290"/>
            <ac:spMk id="10" creationId="{191054EB-BAFC-BF51-85CB-D66EAF6333EE}"/>
          </ac:spMkLst>
        </pc:spChg>
      </pc:sldChg>
      <pc:sldChg chg="modSp add mod setBg">
        <pc:chgData name="David Wyatt" userId="1b0a4936-1a58-4717-8936-09533ddce9e9" providerId="ADAL" clId="{78B570B4-0A49-41D2-8737-23D6749A7F5B}" dt="2026-10-07T05:04:36.250" v="1384" actId="20577"/>
        <pc:sldMkLst>
          <pc:docMk/>
          <pc:sldMk cId="0" sldId="291"/>
        </pc:sldMkLst>
        <pc:spChg chg="mod">
          <ac:chgData name="David Wyatt" userId="1b0a4936-1a58-4717-8936-09533ddce9e9" providerId="ADAL" clId="{78B570B4-0A49-41D2-8737-23D6749A7F5B}" dt="2026-10-07T05:04:36.250" v="1384" actId="20577"/>
          <ac:spMkLst>
            <pc:docMk/>
            <pc:sldMk cId="0" sldId="291"/>
            <ac:spMk id="6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3:24:39.737" v="500" actId="1076"/>
          <ac:spMkLst>
            <pc:docMk/>
            <pc:sldMk cId="0" sldId="291"/>
            <ac:spMk id="9" creationId="{5100EB8F-15A0-9DFF-62C2-76867D476EA5}"/>
          </ac:spMkLst>
        </pc:spChg>
      </pc:sldChg>
      <pc:sldChg chg="modSp add mod setBg">
        <pc:chgData name="David Wyatt" userId="1b0a4936-1a58-4717-8936-09533ddce9e9" providerId="ADAL" clId="{78B570B4-0A49-41D2-8737-23D6749A7F5B}" dt="2026-10-07T05:04:22.870" v="1376" actId="20577"/>
        <pc:sldMkLst>
          <pc:docMk/>
          <pc:sldMk cId="0" sldId="292"/>
        </pc:sldMkLst>
        <pc:spChg chg="mod">
          <ac:chgData name="David Wyatt" userId="1b0a4936-1a58-4717-8936-09533ddce9e9" providerId="ADAL" clId="{78B570B4-0A49-41D2-8737-23D6749A7F5B}" dt="2026-10-07T05:04:22.870" v="1376" actId="20577"/>
          <ac:spMkLst>
            <pc:docMk/>
            <pc:sldMk cId="0" sldId="292"/>
            <ac:spMk id="6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3:24:32.697" v="498" actId="1076"/>
          <ac:spMkLst>
            <pc:docMk/>
            <pc:sldMk cId="0" sldId="292"/>
            <ac:spMk id="9" creationId="{87372CAD-89DF-4A2A-0C09-B877BDC81137}"/>
          </ac:spMkLst>
        </pc:spChg>
      </pc:sldChg>
      <pc:sldChg chg="delSp modSp add mod ord setBg">
        <pc:chgData name="David Wyatt" userId="1b0a4936-1a58-4717-8936-09533ddce9e9" providerId="ADAL" clId="{78B570B4-0A49-41D2-8737-23D6749A7F5B}" dt="2026-10-07T04:23:43.093" v="1307"/>
        <pc:sldMkLst>
          <pc:docMk/>
          <pc:sldMk cId="0" sldId="293"/>
        </pc:sldMkLst>
        <pc:spChg chg="mod">
          <ac:chgData name="David Wyatt" userId="1b0a4936-1a58-4717-8936-09533ddce9e9" providerId="ADAL" clId="{78B570B4-0A49-41D2-8737-23D6749A7F5B}" dt="2026-10-07T03:54:31.389" v="791" actId="14100"/>
          <ac:spMkLst>
            <pc:docMk/>
            <pc:sldMk cId="0" sldId="293"/>
            <ac:spMk id="6" creationId="{00000000-0000-0000-0000-000000000000}"/>
          </ac:spMkLst>
        </pc:spChg>
        <pc:spChg chg="del">
          <ac:chgData name="David Wyatt" userId="1b0a4936-1a58-4717-8936-09533ddce9e9" providerId="ADAL" clId="{78B570B4-0A49-41D2-8737-23D6749A7F5B}" dt="2026-10-07T03:53:53.223" v="784" actId="478"/>
          <ac:spMkLst>
            <pc:docMk/>
            <pc:sldMk cId="0" sldId="293"/>
            <ac:spMk id="9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3:54:24.658" v="790" actId="1076"/>
          <ac:spMkLst>
            <pc:docMk/>
            <pc:sldMk cId="0" sldId="293"/>
            <ac:spMk id="10" creationId="{E65F8FC2-EE08-F1EE-CEC0-339231332822}"/>
          </ac:spMkLst>
        </pc:spChg>
      </pc:sldChg>
      <pc:sldChg chg="addSp delSp add del mod setBg">
        <pc:chgData name="David Wyatt" userId="1b0a4936-1a58-4717-8936-09533ddce9e9" providerId="ADAL" clId="{78B570B4-0A49-41D2-8737-23D6749A7F5B}" dt="2026-10-07T03:56:50.326" v="803"/>
        <pc:sldMkLst>
          <pc:docMk/>
          <pc:sldMk cId="0" sldId="294"/>
        </pc:sldMkLst>
        <pc:spChg chg="add del">
          <ac:chgData name="David Wyatt" userId="1b0a4936-1a58-4717-8936-09533ddce9e9" providerId="ADAL" clId="{78B570B4-0A49-41D2-8737-23D6749A7F5B}" dt="2026-10-07T03:56:49.468" v="802" actId="478"/>
          <ac:spMkLst>
            <pc:docMk/>
            <pc:sldMk cId="0" sldId="294"/>
            <ac:spMk id="9" creationId="{2C137F81-6265-7D59-56BA-A20AEB8207B8}"/>
          </ac:spMkLst>
        </pc:spChg>
      </pc:sldChg>
      <pc:sldChg chg="addSp delSp modSp add mod">
        <pc:chgData name="David Wyatt" userId="1b0a4936-1a58-4717-8936-09533ddce9e9" providerId="ADAL" clId="{78B570B4-0A49-41D2-8737-23D6749A7F5B}" dt="2026-10-07T03:58:18.267" v="838" actId="404"/>
        <pc:sldMkLst>
          <pc:docMk/>
          <pc:sldMk cId="1698105284" sldId="294"/>
        </pc:sldMkLst>
        <pc:spChg chg="mod">
          <ac:chgData name="David Wyatt" userId="1b0a4936-1a58-4717-8936-09533ddce9e9" providerId="ADAL" clId="{78B570B4-0A49-41D2-8737-23D6749A7F5B}" dt="2026-10-07T03:58:18.267" v="838" actId="404"/>
          <ac:spMkLst>
            <pc:docMk/>
            <pc:sldMk cId="1698105284" sldId="294"/>
            <ac:spMk id="2" creationId="{70411B61-9D7A-ABE0-91E2-CAAE922A1CEF}"/>
          </ac:spMkLst>
        </pc:spChg>
        <pc:spChg chg="del">
          <ac:chgData name="David Wyatt" userId="1b0a4936-1a58-4717-8936-09533ddce9e9" providerId="ADAL" clId="{78B570B4-0A49-41D2-8737-23D6749A7F5B}" dt="2026-10-07T03:57:29.304" v="805" actId="478"/>
          <ac:spMkLst>
            <pc:docMk/>
            <pc:sldMk cId="1698105284" sldId="294"/>
            <ac:spMk id="3" creationId="{B924EE62-3625-88F3-FA38-6C84ADE7BE97}"/>
          </ac:spMkLst>
        </pc:spChg>
        <pc:spChg chg="del">
          <ac:chgData name="David Wyatt" userId="1b0a4936-1a58-4717-8936-09533ddce9e9" providerId="ADAL" clId="{78B570B4-0A49-41D2-8737-23D6749A7F5B}" dt="2026-10-07T03:57:31.238" v="806" actId="478"/>
          <ac:spMkLst>
            <pc:docMk/>
            <pc:sldMk cId="1698105284" sldId="294"/>
            <ac:spMk id="4" creationId="{8F60FC74-5E03-2F91-E925-F4DC9BA1EE14}"/>
          </ac:spMkLst>
        </pc:spChg>
        <pc:spChg chg="del">
          <ac:chgData name="David Wyatt" userId="1b0a4936-1a58-4717-8936-09533ddce9e9" providerId="ADAL" clId="{78B570B4-0A49-41D2-8737-23D6749A7F5B}" dt="2026-10-07T03:57:32.935" v="807" actId="478"/>
          <ac:spMkLst>
            <pc:docMk/>
            <pc:sldMk cId="1698105284" sldId="294"/>
            <ac:spMk id="6" creationId="{69BA94C5-C7B0-47A4-6886-F5E8213F733D}"/>
          </ac:spMkLst>
        </pc:spChg>
        <pc:spChg chg="add del mod">
          <ac:chgData name="David Wyatt" userId="1b0a4936-1a58-4717-8936-09533ddce9e9" providerId="ADAL" clId="{78B570B4-0A49-41D2-8737-23D6749A7F5B}" dt="2026-10-07T03:57:34.628" v="808" actId="478"/>
          <ac:spMkLst>
            <pc:docMk/>
            <pc:sldMk cId="1698105284" sldId="294"/>
            <ac:spMk id="7" creationId="{8FBF2D31-C0D6-6330-7EF5-769A89F5A34B}"/>
          </ac:spMkLst>
        </pc:spChg>
      </pc:sldChg>
      <pc:sldChg chg="modSp add mod">
        <pc:chgData name="David Wyatt" userId="1b0a4936-1a58-4717-8936-09533ddce9e9" providerId="ADAL" clId="{78B570B4-0A49-41D2-8737-23D6749A7F5B}" dt="2026-10-07T03:59:45.458" v="899" actId="20577"/>
        <pc:sldMkLst>
          <pc:docMk/>
          <pc:sldMk cId="2066590701" sldId="295"/>
        </pc:sldMkLst>
        <pc:spChg chg="mod">
          <ac:chgData name="David Wyatt" userId="1b0a4936-1a58-4717-8936-09533ddce9e9" providerId="ADAL" clId="{78B570B4-0A49-41D2-8737-23D6749A7F5B}" dt="2026-10-07T03:59:45.458" v="899" actId="20577"/>
          <ac:spMkLst>
            <pc:docMk/>
            <pc:sldMk cId="2066590701" sldId="295"/>
            <ac:spMk id="2" creationId="{0B94A465-BD74-4ED0-8BF0-F6C374DA39A9}"/>
          </ac:spMkLst>
        </pc:spChg>
      </pc:sldChg>
      <pc:sldChg chg="modSp add mod">
        <pc:chgData name="David Wyatt" userId="1b0a4936-1a58-4717-8936-09533ddce9e9" providerId="ADAL" clId="{78B570B4-0A49-41D2-8737-23D6749A7F5B}" dt="2026-10-07T04:00:25.469" v="921"/>
        <pc:sldMkLst>
          <pc:docMk/>
          <pc:sldMk cId="3672579171" sldId="296"/>
        </pc:sldMkLst>
        <pc:spChg chg="mod">
          <ac:chgData name="David Wyatt" userId="1b0a4936-1a58-4717-8936-09533ddce9e9" providerId="ADAL" clId="{78B570B4-0A49-41D2-8737-23D6749A7F5B}" dt="2026-10-07T04:00:25.469" v="921"/>
          <ac:spMkLst>
            <pc:docMk/>
            <pc:sldMk cId="3672579171" sldId="296"/>
            <ac:spMk id="2" creationId="{A4C9E10F-4236-2F8B-3524-150BD33819B5}"/>
          </ac:spMkLst>
        </pc:spChg>
      </pc:sldChg>
      <pc:sldChg chg="modSp add mod">
        <pc:chgData name="David Wyatt" userId="1b0a4936-1a58-4717-8936-09533ddce9e9" providerId="ADAL" clId="{78B570B4-0A49-41D2-8737-23D6749A7F5B}" dt="2026-10-07T04:05:00.890" v="969" actId="6549"/>
        <pc:sldMkLst>
          <pc:docMk/>
          <pc:sldMk cId="1604798785" sldId="297"/>
        </pc:sldMkLst>
        <pc:spChg chg="mod">
          <ac:chgData name="David Wyatt" userId="1b0a4936-1a58-4717-8936-09533ddce9e9" providerId="ADAL" clId="{78B570B4-0A49-41D2-8737-23D6749A7F5B}" dt="2026-10-07T04:05:00.890" v="969" actId="6549"/>
          <ac:spMkLst>
            <pc:docMk/>
            <pc:sldMk cId="1604798785" sldId="297"/>
            <ac:spMk id="2" creationId="{BCC887AD-148D-9E44-0F08-3CB05EB13BCD}"/>
          </ac:spMkLst>
        </pc:spChg>
      </pc:sldChg>
      <pc:sldChg chg="modSp add mod">
        <pc:chgData name="David Wyatt" userId="1b0a4936-1a58-4717-8936-09533ddce9e9" providerId="ADAL" clId="{78B570B4-0A49-41D2-8737-23D6749A7F5B}" dt="2026-10-07T04:05:41.689" v="1038" actId="20577"/>
        <pc:sldMkLst>
          <pc:docMk/>
          <pc:sldMk cId="1980504057" sldId="298"/>
        </pc:sldMkLst>
        <pc:spChg chg="mod">
          <ac:chgData name="David Wyatt" userId="1b0a4936-1a58-4717-8936-09533ddce9e9" providerId="ADAL" clId="{78B570B4-0A49-41D2-8737-23D6749A7F5B}" dt="2026-10-07T04:05:41.689" v="1038" actId="20577"/>
          <ac:spMkLst>
            <pc:docMk/>
            <pc:sldMk cId="1980504057" sldId="298"/>
            <ac:spMk id="2" creationId="{7D129F2E-11AE-E1BA-1CE9-1D4DC2E625DE}"/>
          </ac:spMkLst>
        </pc:spChg>
      </pc:sldChg>
      <pc:sldChg chg="modSp add mod">
        <pc:chgData name="David Wyatt" userId="1b0a4936-1a58-4717-8936-09533ddce9e9" providerId="ADAL" clId="{78B570B4-0A49-41D2-8737-23D6749A7F5B}" dt="2026-10-07T04:06:57.254" v="1047" actId="6549"/>
        <pc:sldMkLst>
          <pc:docMk/>
          <pc:sldMk cId="1946606627" sldId="299"/>
        </pc:sldMkLst>
        <pc:spChg chg="mod">
          <ac:chgData name="David Wyatt" userId="1b0a4936-1a58-4717-8936-09533ddce9e9" providerId="ADAL" clId="{78B570B4-0A49-41D2-8737-23D6749A7F5B}" dt="2026-10-07T04:06:57.254" v="1047" actId="6549"/>
          <ac:spMkLst>
            <pc:docMk/>
            <pc:sldMk cId="1946606627" sldId="299"/>
            <ac:spMk id="2" creationId="{5E1648CC-CD8D-4500-D2F5-F8BC148171C0}"/>
          </ac:spMkLst>
        </pc:spChg>
      </pc:sldChg>
      <pc:sldChg chg="addSp modSp add mod">
        <pc:chgData name="David Wyatt" userId="1b0a4936-1a58-4717-8936-09533ddce9e9" providerId="ADAL" clId="{78B570B4-0A49-41D2-8737-23D6749A7F5B}" dt="2026-10-07T04:18:34.024" v="1224" actId="1076"/>
        <pc:sldMkLst>
          <pc:docMk/>
          <pc:sldMk cId="2234389279" sldId="300"/>
        </pc:sldMkLst>
        <pc:spChg chg="add mod">
          <ac:chgData name="David Wyatt" userId="1b0a4936-1a58-4717-8936-09533ddce9e9" providerId="ADAL" clId="{78B570B4-0A49-41D2-8737-23D6749A7F5B}" dt="2026-10-07T04:18:22.579" v="1222" actId="1076"/>
          <ac:spMkLst>
            <pc:docMk/>
            <pc:sldMk cId="2234389279" sldId="300"/>
            <ac:spMk id="2" creationId="{F166AD9C-32B7-A344-09AB-DB1ECC29D6D4}"/>
          </ac:spMkLst>
        </pc:spChg>
        <pc:spChg chg="mod">
          <ac:chgData name="David Wyatt" userId="1b0a4936-1a58-4717-8936-09533ddce9e9" providerId="ADAL" clId="{78B570B4-0A49-41D2-8737-23D6749A7F5B}" dt="2026-10-07T04:18:34.024" v="1224" actId="1076"/>
          <ac:spMkLst>
            <pc:docMk/>
            <pc:sldMk cId="2234389279" sldId="300"/>
            <ac:spMk id="6" creationId="{27B9E631-D2B3-ABE0-1B09-C726AA496E0C}"/>
          </ac:spMkLst>
        </pc:spChg>
        <pc:spChg chg="mod">
          <ac:chgData name="David Wyatt" userId="1b0a4936-1a58-4717-8936-09533ddce9e9" providerId="ADAL" clId="{78B570B4-0A49-41D2-8737-23D6749A7F5B}" dt="2026-10-07T04:18:30.859" v="1223" actId="1076"/>
          <ac:spMkLst>
            <pc:docMk/>
            <pc:sldMk cId="2234389279" sldId="300"/>
            <ac:spMk id="10" creationId="{2FAD15FD-B3AB-CACD-0D72-9452E68C8509}"/>
          </ac:spMkLst>
        </pc:spChg>
      </pc:sldChg>
      <pc:sldChg chg="addSp delSp modSp add mod">
        <pc:chgData name="David Wyatt" userId="1b0a4936-1a58-4717-8936-09533ddce9e9" providerId="ADAL" clId="{78B570B4-0A49-41D2-8737-23D6749A7F5B}" dt="2026-10-07T04:23:01.089" v="1305" actId="2062"/>
        <pc:sldMkLst>
          <pc:docMk/>
          <pc:sldMk cId="1019728677" sldId="301"/>
        </pc:sldMkLst>
        <pc:spChg chg="mod">
          <ac:chgData name="David Wyatt" userId="1b0a4936-1a58-4717-8936-09533ddce9e9" providerId="ADAL" clId="{78B570B4-0A49-41D2-8737-23D6749A7F5B}" dt="2026-10-07T04:21:56.322" v="1297" actId="2711"/>
          <ac:spMkLst>
            <pc:docMk/>
            <pc:sldMk cId="1019728677" sldId="301"/>
            <ac:spMk id="2" creationId="{608ABCDB-1D50-B8DB-BC94-475AFDB33359}"/>
          </ac:spMkLst>
        </pc:spChg>
        <pc:spChg chg="del">
          <ac:chgData name="David Wyatt" userId="1b0a4936-1a58-4717-8936-09533ddce9e9" providerId="ADAL" clId="{78B570B4-0A49-41D2-8737-23D6749A7F5B}" dt="2026-10-07T04:19:23.349" v="1227" actId="478"/>
          <ac:spMkLst>
            <pc:docMk/>
            <pc:sldMk cId="1019728677" sldId="301"/>
            <ac:spMk id="6" creationId="{15A1852C-215D-DACD-E287-AF111E45DA64}"/>
          </ac:spMkLst>
        </pc:spChg>
        <pc:spChg chg="mod">
          <ac:chgData name="David Wyatt" userId="1b0a4936-1a58-4717-8936-09533ddce9e9" providerId="ADAL" clId="{78B570B4-0A49-41D2-8737-23D6749A7F5B}" dt="2026-10-07T04:19:11.566" v="1226"/>
          <ac:spMkLst>
            <pc:docMk/>
            <pc:sldMk cId="1019728677" sldId="301"/>
            <ac:spMk id="10" creationId="{004385D2-2067-0887-DB45-181B16693B24}"/>
          </ac:spMkLst>
        </pc:spChg>
        <pc:graphicFrameChg chg="add mod modGraphic">
          <ac:chgData name="David Wyatt" userId="1b0a4936-1a58-4717-8936-09533ddce9e9" providerId="ADAL" clId="{78B570B4-0A49-41D2-8737-23D6749A7F5B}" dt="2026-10-07T04:23:01.089" v="1305" actId="2062"/>
          <ac:graphicFrameMkLst>
            <pc:docMk/>
            <pc:sldMk cId="1019728677" sldId="301"/>
            <ac:graphicFrameMk id="3" creationId="{AD03BF47-7264-78C3-35F0-8BE7BA64C46F}"/>
          </ac:graphicFrameMkLst>
        </pc:graphicFrameChg>
      </pc:sldChg>
      <pc:sldChg chg="add">
        <pc:chgData name="David Wyatt" userId="1b0a4936-1a58-4717-8936-09533ddce9e9" providerId="ADAL" clId="{78B570B4-0A49-41D2-8737-23D6749A7F5B}" dt="2026-10-07T04:24:18.279" v="1308"/>
        <pc:sldMkLst>
          <pc:docMk/>
          <pc:sldMk cId="1653041656" sldId="302"/>
        </pc:sldMkLst>
      </pc:sldChg>
      <pc:sldChg chg="addSp modSp add mod setBg">
        <pc:chgData name="David Wyatt" userId="1b0a4936-1a58-4717-8936-09533ddce9e9" providerId="ADAL" clId="{78B570B4-0A49-41D2-8737-23D6749A7F5B}" dt="2026-10-07T05:04:54.120" v="1385" actId="14100"/>
        <pc:sldMkLst>
          <pc:docMk/>
          <pc:sldMk cId="0" sldId="303"/>
        </pc:sldMkLst>
        <pc:spChg chg="add mod">
          <ac:chgData name="David Wyatt" userId="1b0a4936-1a58-4717-8936-09533ddce9e9" providerId="ADAL" clId="{78B570B4-0A49-41D2-8737-23D6749A7F5B}" dt="2026-10-07T05:00:13.516" v="1356" actId="20577"/>
          <ac:spMkLst>
            <pc:docMk/>
            <pc:sldMk cId="0" sldId="303"/>
            <ac:spMk id="3" creationId="{C3021A0E-F84D-2190-1E30-8A197D229A48}"/>
          </ac:spMkLst>
        </pc:spChg>
        <pc:spChg chg="mod">
          <ac:chgData name="David Wyatt" userId="1b0a4936-1a58-4717-8936-09533ddce9e9" providerId="ADAL" clId="{78B570B4-0A49-41D2-8737-23D6749A7F5B}" dt="2026-10-07T05:04:54.120" v="1385" actId="14100"/>
          <ac:spMkLst>
            <pc:docMk/>
            <pc:sldMk cId="0" sldId="303"/>
            <ac:spMk id="6" creationId="{00000000-0000-0000-0000-000000000000}"/>
          </ac:spMkLst>
        </pc:spChg>
        <pc:spChg chg="mod">
          <ac:chgData name="David Wyatt" userId="1b0a4936-1a58-4717-8936-09533ddce9e9" providerId="ADAL" clId="{78B570B4-0A49-41D2-8737-23D6749A7F5B}" dt="2026-10-07T05:00:08.820" v="1354" actId="6549"/>
          <ac:spMkLst>
            <pc:docMk/>
            <pc:sldMk cId="0" sldId="303"/>
            <ac:spMk id="9" creationId="{00000000-0000-0000-0000-000000000000}"/>
          </ac:spMkLst>
        </pc:spChg>
      </pc:sldChg>
      <pc:sldChg chg="addSp delSp modSp add mod">
        <pc:chgData name="David Wyatt" userId="1b0a4936-1a58-4717-8936-09533ddce9e9" providerId="ADAL" clId="{78B570B4-0A49-41D2-8737-23D6749A7F5B}" dt="2026-10-07T05:23:02.182" v="1609" actId="20577"/>
        <pc:sldMkLst>
          <pc:docMk/>
          <pc:sldMk cId="862336342" sldId="304"/>
        </pc:sldMkLst>
        <pc:spChg chg="add mod">
          <ac:chgData name="David Wyatt" userId="1b0a4936-1a58-4717-8936-09533ddce9e9" providerId="ADAL" clId="{78B570B4-0A49-41D2-8737-23D6749A7F5B}" dt="2026-10-07T05:21:57.651" v="1598" actId="20577"/>
          <ac:spMkLst>
            <pc:docMk/>
            <pc:sldMk cId="862336342" sldId="304"/>
            <ac:spMk id="3" creationId="{F1E7CC79-DA4A-235F-55A3-CDEE8C8BEEB0}"/>
          </ac:spMkLst>
        </pc:spChg>
        <pc:spChg chg="add mod">
          <ac:chgData name="David Wyatt" userId="1b0a4936-1a58-4717-8936-09533ddce9e9" providerId="ADAL" clId="{78B570B4-0A49-41D2-8737-23D6749A7F5B}" dt="2026-10-07T05:21:52.711" v="1596" actId="20577"/>
          <ac:spMkLst>
            <pc:docMk/>
            <pc:sldMk cId="862336342" sldId="304"/>
            <ac:spMk id="5" creationId="{3E028A92-2B9E-5CC8-1D5C-8FF0E33B666C}"/>
          </ac:spMkLst>
        </pc:spChg>
        <pc:spChg chg="del">
          <ac:chgData name="David Wyatt" userId="1b0a4936-1a58-4717-8936-09533ddce9e9" providerId="ADAL" clId="{78B570B4-0A49-41D2-8737-23D6749A7F5B}" dt="2026-10-07T05:08:30.658" v="1405" actId="478"/>
          <ac:spMkLst>
            <pc:docMk/>
            <pc:sldMk cId="862336342" sldId="304"/>
            <ac:spMk id="6" creationId="{AA614AE0-AE7B-C92B-41F6-4BA35822EE99}"/>
          </ac:spMkLst>
        </pc:spChg>
        <pc:spChg chg="add mod">
          <ac:chgData name="David Wyatt" userId="1b0a4936-1a58-4717-8936-09533ddce9e9" providerId="ADAL" clId="{78B570B4-0A49-41D2-8737-23D6749A7F5B}" dt="2026-10-07T05:21:17.821" v="1588" actId="1076"/>
          <ac:spMkLst>
            <pc:docMk/>
            <pc:sldMk cId="862336342" sldId="304"/>
            <ac:spMk id="8" creationId="{43E65012-F8D6-756B-F703-CFB441EA6CC7}"/>
          </ac:spMkLst>
        </pc:spChg>
        <pc:spChg chg="mod">
          <ac:chgData name="David Wyatt" userId="1b0a4936-1a58-4717-8936-09533ddce9e9" providerId="ADAL" clId="{78B570B4-0A49-41D2-8737-23D6749A7F5B}" dt="2026-10-07T05:21:42.107" v="1593" actId="14100"/>
          <ac:spMkLst>
            <pc:docMk/>
            <pc:sldMk cId="862336342" sldId="304"/>
            <ac:spMk id="10" creationId="{8CDA2AF6-0741-CBE1-01D6-21B86CFCA5A2}"/>
          </ac:spMkLst>
        </pc:spChg>
        <pc:spChg chg="add mod">
          <ac:chgData name="David Wyatt" userId="1b0a4936-1a58-4717-8936-09533ddce9e9" providerId="ADAL" clId="{78B570B4-0A49-41D2-8737-23D6749A7F5B}" dt="2026-10-07T05:21:17.821" v="1588" actId="1076"/>
          <ac:spMkLst>
            <pc:docMk/>
            <pc:sldMk cId="862336342" sldId="304"/>
            <ac:spMk id="11" creationId="{ECA32ECF-BEF0-7CCB-E66C-1E840EF2B4A1}"/>
          </ac:spMkLst>
        </pc:spChg>
        <pc:spChg chg="add mod">
          <ac:chgData name="David Wyatt" userId="1b0a4936-1a58-4717-8936-09533ddce9e9" providerId="ADAL" clId="{78B570B4-0A49-41D2-8737-23D6749A7F5B}" dt="2026-10-07T05:21:17.821" v="1588" actId="1076"/>
          <ac:spMkLst>
            <pc:docMk/>
            <pc:sldMk cId="862336342" sldId="304"/>
            <ac:spMk id="13" creationId="{4DEC2C3E-42C2-C8FC-BFE7-E1D6EA95E13B}"/>
          </ac:spMkLst>
        </pc:spChg>
        <pc:spChg chg="add mod">
          <ac:chgData name="David Wyatt" userId="1b0a4936-1a58-4717-8936-09533ddce9e9" providerId="ADAL" clId="{78B570B4-0A49-41D2-8737-23D6749A7F5B}" dt="2026-10-07T05:23:02.182" v="1609" actId="20577"/>
          <ac:spMkLst>
            <pc:docMk/>
            <pc:sldMk cId="862336342" sldId="304"/>
            <ac:spMk id="15" creationId="{FC5322BD-BC54-1634-4644-8C7295AA0D22}"/>
          </ac:spMkLst>
        </pc:spChg>
      </pc:sldChg>
      <pc:sldChg chg="new del">
        <pc:chgData name="David Wyatt" userId="1b0a4936-1a58-4717-8936-09533ddce9e9" providerId="ADAL" clId="{78B570B4-0A49-41D2-8737-23D6749A7F5B}" dt="2026-10-07T05:08:12.290" v="1393" actId="47"/>
        <pc:sldMkLst>
          <pc:docMk/>
          <pc:sldMk cId="2653020651" sldId="30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DB80DB-B17B-4F68-BF4B-887E64B3F452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54A590-333A-4575-B491-C4CDEE294DC5}">
      <dgm:prSet phldrT="[Text]" custT="1"/>
      <dgm:spPr/>
      <dgm:t>
        <a:bodyPr/>
        <a:lstStyle/>
        <a:p>
          <a:pPr rtl="0"/>
          <a:r>
            <a:rPr lang="en-GB" sz="1600" b="0" dirty="0"/>
            <a:t>Operational </a:t>
          </a:r>
          <a:r>
            <a:rPr lang="en-GB" sz="1600" b="1" dirty="0">
              <a:solidFill>
                <a:schemeClr val="tx1"/>
              </a:solidFill>
              <a:latin typeface="Calibri"/>
            </a:rPr>
            <a:t>Goals</a:t>
          </a:r>
        </a:p>
      </dgm:t>
    </dgm:pt>
    <dgm:pt modelId="{6DF20E6C-1340-4E3B-B162-A58695616F5F}" type="parTrans" cxnId="{B29CAEC8-8E65-46B5-A9D0-A0C3D116715D}">
      <dgm:prSet/>
      <dgm:spPr/>
      <dgm:t>
        <a:bodyPr/>
        <a:lstStyle/>
        <a:p>
          <a:endParaRPr lang="en-GB" sz="2400" b="1">
            <a:solidFill>
              <a:schemeClr val="tx1"/>
            </a:solidFill>
          </a:endParaRPr>
        </a:p>
      </dgm:t>
    </dgm:pt>
    <dgm:pt modelId="{A959DA8B-B2CE-4DC2-BED6-929BFD49264C}" type="sibTrans" cxnId="{B29CAEC8-8E65-46B5-A9D0-A0C3D116715D}">
      <dgm:prSet/>
      <dgm:spPr/>
      <dgm:t>
        <a:bodyPr/>
        <a:lstStyle/>
        <a:p>
          <a:endParaRPr lang="en-GB" sz="2400" b="1">
            <a:solidFill>
              <a:schemeClr val="tx1"/>
            </a:solidFill>
          </a:endParaRPr>
        </a:p>
      </dgm:t>
    </dgm:pt>
    <dgm:pt modelId="{D2A2C68C-E8E9-4AF3-807D-ECAF1DE26FB7}">
      <dgm:prSet phldr="0"/>
      <dgm:spPr/>
      <dgm:t>
        <a:bodyPr/>
        <a:lstStyle/>
        <a:p>
          <a:r>
            <a:rPr lang="en-GB" sz="1600" b="1" dirty="0">
              <a:solidFill>
                <a:schemeClr val="tx1"/>
              </a:solidFill>
              <a:latin typeface="Calibri"/>
            </a:rPr>
            <a:t>Strategic</a:t>
          </a:r>
          <a:r>
            <a:rPr lang="en-GB" sz="1600" b="1" dirty="0">
              <a:solidFill>
                <a:schemeClr val="tx1"/>
              </a:solidFill>
            </a:rPr>
            <a:t> Goals</a:t>
          </a:r>
          <a:endParaRPr lang="en-US" dirty="0"/>
        </a:p>
      </dgm:t>
    </dgm:pt>
    <dgm:pt modelId="{24804D8B-8706-4DD8-A0CB-9570A2B03B76}" type="parTrans" cxnId="{7C8079B7-A71C-4C65-B2D3-C4F08F5F54E6}">
      <dgm:prSet/>
      <dgm:spPr/>
    </dgm:pt>
    <dgm:pt modelId="{8D4CA898-0CCE-42A3-9F05-4279177E4906}" type="sibTrans" cxnId="{7C8079B7-A71C-4C65-B2D3-C4F08F5F54E6}">
      <dgm:prSet/>
      <dgm:spPr/>
    </dgm:pt>
    <dgm:pt modelId="{9A8D7A69-E747-41C6-A282-3F5783EAE812}">
      <dgm:prSet phldr="0"/>
      <dgm:spPr/>
      <dgm:t>
        <a:bodyPr/>
        <a:lstStyle/>
        <a:p>
          <a:pPr rtl="0"/>
          <a:r>
            <a:rPr lang="en-GB" b="0" dirty="0"/>
            <a:t>Vision And Mission</a:t>
          </a:r>
        </a:p>
      </dgm:t>
    </dgm:pt>
    <dgm:pt modelId="{1988DA6F-B07E-4FF6-A3D8-1142A64C99F1}" type="parTrans" cxnId="{FADCD062-DBF9-4CDE-A374-E1B840544379}">
      <dgm:prSet/>
      <dgm:spPr/>
    </dgm:pt>
    <dgm:pt modelId="{603CBB60-EFD5-41F0-9C74-74D21633BDA7}" type="sibTrans" cxnId="{FADCD062-DBF9-4CDE-A374-E1B840544379}">
      <dgm:prSet/>
      <dgm:spPr/>
    </dgm:pt>
    <dgm:pt modelId="{8FC6D83E-08C3-4427-92D2-4BB6A8D07C3B}" type="pres">
      <dgm:prSet presAssocID="{89DB80DB-B17B-4F68-BF4B-887E64B3F452}" presName="Name0" presStyleCnt="0">
        <dgm:presLayoutVars>
          <dgm:chMax val="7"/>
          <dgm:resizeHandles val="exact"/>
        </dgm:presLayoutVars>
      </dgm:prSet>
      <dgm:spPr/>
    </dgm:pt>
    <dgm:pt modelId="{2B48AF37-42FE-486A-BD8F-2229A6DE94D5}" type="pres">
      <dgm:prSet presAssocID="{89DB80DB-B17B-4F68-BF4B-887E64B3F452}" presName="comp1" presStyleCnt="0"/>
      <dgm:spPr/>
    </dgm:pt>
    <dgm:pt modelId="{A5E31607-BF39-4BDD-817A-47BF46E13AFE}" type="pres">
      <dgm:prSet presAssocID="{89DB80DB-B17B-4F68-BF4B-887E64B3F452}" presName="circle1" presStyleLbl="node1" presStyleIdx="0" presStyleCnt="3"/>
      <dgm:spPr/>
    </dgm:pt>
    <dgm:pt modelId="{98B7A0AC-0E2A-49AE-A663-EDB4EF5D3777}" type="pres">
      <dgm:prSet presAssocID="{89DB80DB-B17B-4F68-BF4B-887E64B3F452}" presName="c1text" presStyleLbl="node1" presStyleIdx="0" presStyleCnt="3">
        <dgm:presLayoutVars>
          <dgm:bulletEnabled val="1"/>
        </dgm:presLayoutVars>
      </dgm:prSet>
      <dgm:spPr/>
    </dgm:pt>
    <dgm:pt modelId="{8FEFBD46-6C02-4DC9-9F42-85ACE7F9E0D1}" type="pres">
      <dgm:prSet presAssocID="{89DB80DB-B17B-4F68-BF4B-887E64B3F452}" presName="comp2" presStyleCnt="0"/>
      <dgm:spPr/>
    </dgm:pt>
    <dgm:pt modelId="{2988FDF7-4CDD-4752-8DC1-A4025BAEE4B2}" type="pres">
      <dgm:prSet presAssocID="{89DB80DB-B17B-4F68-BF4B-887E64B3F452}" presName="circle2" presStyleLbl="node1" presStyleIdx="1" presStyleCnt="3"/>
      <dgm:spPr/>
    </dgm:pt>
    <dgm:pt modelId="{98F7F1CF-B694-4ABD-96C2-F4D2FB01BD9D}" type="pres">
      <dgm:prSet presAssocID="{89DB80DB-B17B-4F68-BF4B-887E64B3F452}" presName="c2text" presStyleLbl="node1" presStyleIdx="1" presStyleCnt="3">
        <dgm:presLayoutVars>
          <dgm:bulletEnabled val="1"/>
        </dgm:presLayoutVars>
      </dgm:prSet>
      <dgm:spPr/>
    </dgm:pt>
    <dgm:pt modelId="{107CDEA4-163A-4581-9343-D3AB7664CA5C}" type="pres">
      <dgm:prSet presAssocID="{89DB80DB-B17B-4F68-BF4B-887E64B3F452}" presName="comp3" presStyleCnt="0"/>
      <dgm:spPr/>
    </dgm:pt>
    <dgm:pt modelId="{5A55472D-2CA6-4461-A307-4790FFBB89AD}" type="pres">
      <dgm:prSet presAssocID="{89DB80DB-B17B-4F68-BF4B-887E64B3F452}" presName="circle3" presStyleLbl="node1" presStyleIdx="2" presStyleCnt="3"/>
      <dgm:spPr/>
    </dgm:pt>
    <dgm:pt modelId="{0317FCDB-01B6-4C56-B8DF-DC8E0B96CF2B}" type="pres">
      <dgm:prSet presAssocID="{89DB80DB-B17B-4F68-BF4B-887E64B3F452}" presName="c3text" presStyleLbl="node1" presStyleIdx="2" presStyleCnt="3">
        <dgm:presLayoutVars>
          <dgm:bulletEnabled val="1"/>
        </dgm:presLayoutVars>
      </dgm:prSet>
      <dgm:spPr/>
    </dgm:pt>
  </dgm:ptLst>
  <dgm:cxnLst>
    <dgm:cxn modelId="{FADCD062-DBF9-4CDE-A374-E1B840544379}" srcId="{89DB80DB-B17B-4F68-BF4B-887E64B3F452}" destId="{9A8D7A69-E747-41C6-A282-3F5783EAE812}" srcOrd="2" destOrd="0" parTransId="{1988DA6F-B07E-4FF6-A3D8-1142A64C99F1}" sibTransId="{603CBB60-EFD5-41F0-9C74-74D21633BDA7}"/>
    <dgm:cxn modelId="{83108B43-BB23-4660-846F-C3C2630C555B}" type="presOf" srcId="{89DB80DB-B17B-4F68-BF4B-887E64B3F452}" destId="{8FC6D83E-08C3-4427-92D2-4BB6A8D07C3B}" srcOrd="0" destOrd="0" presId="urn:microsoft.com/office/officeart/2005/8/layout/venn2"/>
    <dgm:cxn modelId="{5B15B26E-EE99-4555-AB13-B488BAAEC343}" type="presOf" srcId="{9154A590-333A-4575-B491-C4CDEE294DC5}" destId="{98B7A0AC-0E2A-49AE-A663-EDB4EF5D3777}" srcOrd="1" destOrd="0" presId="urn:microsoft.com/office/officeart/2005/8/layout/venn2"/>
    <dgm:cxn modelId="{79F76498-31A8-4F3F-8AFF-1B6FECC9233D}" type="presOf" srcId="{9A8D7A69-E747-41C6-A282-3F5783EAE812}" destId="{0317FCDB-01B6-4C56-B8DF-DC8E0B96CF2B}" srcOrd="1" destOrd="0" presId="urn:microsoft.com/office/officeart/2005/8/layout/venn2"/>
    <dgm:cxn modelId="{7C8079B7-A71C-4C65-B2D3-C4F08F5F54E6}" srcId="{89DB80DB-B17B-4F68-BF4B-887E64B3F452}" destId="{D2A2C68C-E8E9-4AF3-807D-ECAF1DE26FB7}" srcOrd="1" destOrd="0" parTransId="{24804D8B-8706-4DD8-A0CB-9570A2B03B76}" sibTransId="{8D4CA898-0CCE-42A3-9F05-4279177E4906}"/>
    <dgm:cxn modelId="{8FD0B3B8-1DF6-42B4-A774-9F03F74D131A}" type="presOf" srcId="{D2A2C68C-E8E9-4AF3-807D-ECAF1DE26FB7}" destId="{2988FDF7-4CDD-4752-8DC1-A4025BAEE4B2}" srcOrd="0" destOrd="0" presId="urn:microsoft.com/office/officeart/2005/8/layout/venn2"/>
    <dgm:cxn modelId="{E2FDEFBE-0DBD-4867-9F9F-72BD53972B26}" type="presOf" srcId="{D2A2C68C-E8E9-4AF3-807D-ECAF1DE26FB7}" destId="{98F7F1CF-B694-4ABD-96C2-F4D2FB01BD9D}" srcOrd="1" destOrd="0" presId="urn:microsoft.com/office/officeart/2005/8/layout/venn2"/>
    <dgm:cxn modelId="{129E50BF-2F64-409C-858D-E0420BAE0981}" type="presOf" srcId="{9A8D7A69-E747-41C6-A282-3F5783EAE812}" destId="{5A55472D-2CA6-4461-A307-4790FFBB89AD}" srcOrd="0" destOrd="0" presId="urn:microsoft.com/office/officeart/2005/8/layout/venn2"/>
    <dgm:cxn modelId="{B29CAEC8-8E65-46B5-A9D0-A0C3D116715D}" srcId="{89DB80DB-B17B-4F68-BF4B-887E64B3F452}" destId="{9154A590-333A-4575-B491-C4CDEE294DC5}" srcOrd="0" destOrd="0" parTransId="{6DF20E6C-1340-4E3B-B162-A58695616F5F}" sibTransId="{A959DA8B-B2CE-4DC2-BED6-929BFD49264C}"/>
    <dgm:cxn modelId="{E7CCF9EB-7966-4A39-BE5C-00BFF4A9FA09}" type="presOf" srcId="{9154A590-333A-4575-B491-C4CDEE294DC5}" destId="{A5E31607-BF39-4BDD-817A-47BF46E13AFE}" srcOrd="0" destOrd="0" presId="urn:microsoft.com/office/officeart/2005/8/layout/venn2"/>
    <dgm:cxn modelId="{947626F0-D33A-4DA5-8981-FE9A1811966E}" type="presParOf" srcId="{8FC6D83E-08C3-4427-92D2-4BB6A8D07C3B}" destId="{2B48AF37-42FE-486A-BD8F-2229A6DE94D5}" srcOrd="0" destOrd="0" presId="urn:microsoft.com/office/officeart/2005/8/layout/venn2"/>
    <dgm:cxn modelId="{6BF69C30-C849-4DEB-AC48-E0C90E4E566F}" type="presParOf" srcId="{2B48AF37-42FE-486A-BD8F-2229A6DE94D5}" destId="{A5E31607-BF39-4BDD-817A-47BF46E13AFE}" srcOrd="0" destOrd="0" presId="urn:microsoft.com/office/officeart/2005/8/layout/venn2"/>
    <dgm:cxn modelId="{44F6637E-56C4-4232-8458-F4630DA279B8}" type="presParOf" srcId="{2B48AF37-42FE-486A-BD8F-2229A6DE94D5}" destId="{98B7A0AC-0E2A-49AE-A663-EDB4EF5D3777}" srcOrd="1" destOrd="0" presId="urn:microsoft.com/office/officeart/2005/8/layout/venn2"/>
    <dgm:cxn modelId="{271855DA-B109-4226-877E-6CE779348E83}" type="presParOf" srcId="{8FC6D83E-08C3-4427-92D2-4BB6A8D07C3B}" destId="{8FEFBD46-6C02-4DC9-9F42-85ACE7F9E0D1}" srcOrd="1" destOrd="0" presId="urn:microsoft.com/office/officeart/2005/8/layout/venn2"/>
    <dgm:cxn modelId="{C095FD0B-152F-499D-9172-0A7ACF2941E6}" type="presParOf" srcId="{8FEFBD46-6C02-4DC9-9F42-85ACE7F9E0D1}" destId="{2988FDF7-4CDD-4752-8DC1-A4025BAEE4B2}" srcOrd="0" destOrd="0" presId="urn:microsoft.com/office/officeart/2005/8/layout/venn2"/>
    <dgm:cxn modelId="{26A386C1-DEDC-4067-AC97-6853B7E688CD}" type="presParOf" srcId="{8FEFBD46-6C02-4DC9-9F42-85ACE7F9E0D1}" destId="{98F7F1CF-B694-4ABD-96C2-F4D2FB01BD9D}" srcOrd="1" destOrd="0" presId="urn:microsoft.com/office/officeart/2005/8/layout/venn2"/>
    <dgm:cxn modelId="{61A184FD-83EA-49BD-8F78-C6BD14A81A8C}" type="presParOf" srcId="{8FC6D83E-08C3-4427-92D2-4BB6A8D07C3B}" destId="{107CDEA4-163A-4581-9343-D3AB7664CA5C}" srcOrd="2" destOrd="0" presId="urn:microsoft.com/office/officeart/2005/8/layout/venn2"/>
    <dgm:cxn modelId="{4C294A17-E294-46B1-A091-65A6991D9E3D}" type="presParOf" srcId="{107CDEA4-163A-4581-9343-D3AB7664CA5C}" destId="{5A55472D-2CA6-4461-A307-4790FFBB89AD}" srcOrd="0" destOrd="0" presId="urn:microsoft.com/office/officeart/2005/8/layout/venn2"/>
    <dgm:cxn modelId="{42C8CCA4-28A2-490E-BB14-6C32A5C0297D}" type="presParOf" srcId="{107CDEA4-163A-4581-9343-D3AB7664CA5C}" destId="{0317FCDB-01B6-4C56-B8DF-DC8E0B96CF2B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EA11B0-1DC1-47EA-9AE2-107B637564FE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51377F1-8A15-49A4-840F-4ABDC6F2CD9B}">
      <dgm:prSet/>
      <dgm:spPr>
        <a:solidFill>
          <a:srgbClr val="199DAC"/>
        </a:solidFill>
      </dgm:spPr>
      <dgm:t>
        <a:bodyPr/>
        <a:lstStyle/>
        <a:p>
          <a:pPr algn="ctr"/>
          <a:r>
            <a:rPr lang="en-GB"/>
            <a:t>Start</a:t>
          </a:r>
        </a:p>
      </dgm:t>
    </dgm:pt>
    <dgm:pt modelId="{9DECCD85-22C4-467E-8337-680E082DDBBC}" type="parTrans" cxnId="{F9F8CFBC-4248-487B-B4BA-C74B55B0F9DF}">
      <dgm:prSet/>
      <dgm:spPr/>
      <dgm:t>
        <a:bodyPr/>
        <a:lstStyle/>
        <a:p>
          <a:pPr algn="ctr"/>
          <a:endParaRPr lang="en-GB"/>
        </a:p>
      </dgm:t>
    </dgm:pt>
    <dgm:pt modelId="{85F09628-F3F7-45A2-ACE5-BC666B908223}" type="sibTrans" cxnId="{F9F8CFBC-4248-487B-B4BA-C74B55B0F9DF}">
      <dgm:prSet/>
      <dgm:spPr>
        <a:solidFill>
          <a:srgbClr val="199DAC"/>
        </a:solidFill>
      </dgm:spPr>
      <dgm:t>
        <a:bodyPr/>
        <a:lstStyle/>
        <a:p>
          <a:pPr algn="ctr"/>
          <a:endParaRPr lang="en-GB"/>
        </a:p>
      </dgm:t>
    </dgm:pt>
    <dgm:pt modelId="{5A9FE16F-DC82-45E8-8DCE-A7D55A5BF247}">
      <dgm:prSet/>
      <dgm:spPr>
        <a:solidFill>
          <a:srgbClr val="199DAC"/>
        </a:solidFill>
      </dgm:spPr>
      <dgm:t>
        <a:bodyPr/>
        <a:lstStyle/>
        <a:p>
          <a:pPr algn="ctr"/>
          <a:r>
            <a:rPr lang="en-GB"/>
            <a:t>Post job</a:t>
          </a:r>
        </a:p>
      </dgm:t>
    </dgm:pt>
    <dgm:pt modelId="{E2B83CB4-D11C-49BE-AD92-6E1452BA6B5F}" type="parTrans" cxnId="{8F74E779-1BA0-4144-93F4-0FE33209BE83}">
      <dgm:prSet/>
      <dgm:spPr/>
      <dgm:t>
        <a:bodyPr/>
        <a:lstStyle/>
        <a:p>
          <a:pPr algn="ctr"/>
          <a:endParaRPr lang="en-GB"/>
        </a:p>
      </dgm:t>
    </dgm:pt>
    <dgm:pt modelId="{C692B4F7-EB5F-49A4-97A8-49A8F9098380}" type="sibTrans" cxnId="{8F74E779-1BA0-4144-93F4-0FE33209BE83}">
      <dgm:prSet/>
      <dgm:spPr>
        <a:solidFill>
          <a:srgbClr val="199DAC"/>
        </a:solidFill>
      </dgm:spPr>
      <dgm:t>
        <a:bodyPr/>
        <a:lstStyle/>
        <a:p>
          <a:pPr algn="ctr"/>
          <a:endParaRPr lang="en-GB"/>
        </a:p>
      </dgm:t>
    </dgm:pt>
    <dgm:pt modelId="{FA2C1EC7-1316-4D09-8299-ACD5C6859602}">
      <dgm:prSet/>
      <dgm:spPr>
        <a:solidFill>
          <a:srgbClr val="199DAC"/>
        </a:solidFill>
      </dgm:spPr>
      <dgm:t>
        <a:bodyPr/>
        <a:lstStyle/>
        <a:p>
          <a:pPr algn="ctr"/>
          <a:r>
            <a:rPr lang="en-GB"/>
            <a:t>Receive applications</a:t>
          </a:r>
        </a:p>
      </dgm:t>
    </dgm:pt>
    <dgm:pt modelId="{E4E5A094-EA0C-4F2B-A5FD-A98424AB6882}" type="parTrans" cxnId="{168A6784-0722-4C3E-981F-C4E80346B211}">
      <dgm:prSet/>
      <dgm:spPr/>
      <dgm:t>
        <a:bodyPr/>
        <a:lstStyle/>
        <a:p>
          <a:pPr algn="ctr"/>
          <a:endParaRPr lang="en-GB"/>
        </a:p>
      </dgm:t>
    </dgm:pt>
    <dgm:pt modelId="{05DD3E08-FFAE-4AA2-AE8F-E150BFA76133}" type="sibTrans" cxnId="{168A6784-0722-4C3E-981F-C4E80346B211}">
      <dgm:prSet/>
      <dgm:spPr>
        <a:solidFill>
          <a:srgbClr val="199DAC"/>
        </a:solidFill>
      </dgm:spPr>
      <dgm:t>
        <a:bodyPr/>
        <a:lstStyle/>
        <a:p>
          <a:pPr algn="ctr"/>
          <a:endParaRPr lang="en-GB"/>
        </a:p>
      </dgm:t>
    </dgm:pt>
    <dgm:pt modelId="{9AF3E850-C8A8-4D6F-B5BE-E65F33FB0234}">
      <dgm:prSet/>
      <dgm:spPr>
        <a:solidFill>
          <a:srgbClr val="199DAC"/>
        </a:solidFill>
      </dgm:spPr>
      <dgm:t>
        <a:bodyPr/>
        <a:lstStyle/>
        <a:p>
          <a:pPr algn="ctr"/>
          <a:r>
            <a:rPr lang="en-GB" dirty="0"/>
            <a:t>Check applications</a:t>
          </a:r>
        </a:p>
      </dgm:t>
    </dgm:pt>
    <dgm:pt modelId="{EB4B55EA-C6D1-46DC-9C83-A463D8851DFB}" type="parTrans" cxnId="{4BFE95D0-FEA5-4128-9A36-BA72807AAB9A}">
      <dgm:prSet/>
      <dgm:spPr/>
      <dgm:t>
        <a:bodyPr/>
        <a:lstStyle/>
        <a:p>
          <a:pPr algn="ctr"/>
          <a:endParaRPr lang="en-GB"/>
        </a:p>
      </dgm:t>
    </dgm:pt>
    <dgm:pt modelId="{EF46053B-1683-4D66-A01E-4954B3ABD15D}" type="sibTrans" cxnId="{4BFE95D0-FEA5-4128-9A36-BA72807AAB9A}">
      <dgm:prSet/>
      <dgm:spPr>
        <a:solidFill>
          <a:srgbClr val="199DAC"/>
        </a:solidFill>
      </dgm:spPr>
      <dgm:t>
        <a:bodyPr/>
        <a:lstStyle/>
        <a:p>
          <a:pPr algn="ctr"/>
          <a:endParaRPr lang="en-GB"/>
        </a:p>
      </dgm:t>
    </dgm:pt>
    <dgm:pt modelId="{8B99DACD-0203-4776-88C6-BBFEFD09F8D6}">
      <dgm:prSet/>
      <dgm:spPr>
        <a:solidFill>
          <a:srgbClr val="199DAC"/>
        </a:solidFill>
      </dgm:spPr>
      <dgm:t>
        <a:bodyPr/>
        <a:lstStyle/>
        <a:p>
          <a:pPr algn="ctr"/>
          <a:r>
            <a:rPr lang="en-GB"/>
            <a:t>Select candidate</a:t>
          </a:r>
        </a:p>
      </dgm:t>
    </dgm:pt>
    <dgm:pt modelId="{C3A063AB-4BD9-461D-BE18-9C02711EDC41}" type="parTrans" cxnId="{4E5A966E-4345-48D2-B0F0-5B7DB64FF910}">
      <dgm:prSet/>
      <dgm:spPr/>
      <dgm:t>
        <a:bodyPr/>
        <a:lstStyle/>
        <a:p>
          <a:pPr algn="ctr"/>
          <a:endParaRPr lang="en-GB"/>
        </a:p>
      </dgm:t>
    </dgm:pt>
    <dgm:pt modelId="{3BA65E4D-7A40-4E4F-A259-65C9C48B29B1}" type="sibTrans" cxnId="{4E5A966E-4345-48D2-B0F0-5B7DB64FF910}">
      <dgm:prSet/>
      <dgm:spPr>
        <a:solidFill>
          <a:srgbClr val="199DAC"/>
        </a:solidFill>
      </dgm:spPr>
      <dgm:t>
        <a:bodyPr/>
        <a:lstStyle/>
        <a:p>
          <a:pPr algn="ctr"/>
          <a:endParaRPr lang="en-GB"/>
        </a:p>
      </dgm:t>
    </dgm:pt>
    <dgm:pt modelId="{973D1E05-7C3E-4484-8E45-A7EDA86A5DB5}">
      <dgm:prSet/>
      <dgm:spPr>
        <a:solidFill>
          <a:srgbClr val="199DAC"/>
        </a:solidFill>
      </dgm:spPr>
      <dgm:t>
        <a:bodyPr/>
        <a:lstStyle/>
        <a:p>
          <a:pPr algn="ctr"/>
          <a:r>
            <a:rPr lang="en-GB"/>
            <a:t>End </a:t>
          </a:r>
        </a:p>
      </dgm:t>
    </dgm:pt>
    <dgm:pt modelId="{E2E43207-ED00-49A0-B681-9215388AF0D9}" type="parTrans" cxnId="{27B9F2B8-A017-4804-AD48-395AF58544BC}">
      <dgm:prSet/>
      <dgm:spPr/>
      <dgm:t>
        <a:bodyPr/>
        <a:lstStyle/>
        <a:p>
          <a:pPr algn="ctr"/>
          <a:endParaRPr lang="en-GB"/>
        </a:p>
      </dgm:t>
    </dgm:pt>
    <dgm:pt modelId="{9963D6B5-4D07-476C-981C-DAF53BAC025C}" type="sibTrans" cxnId="{27B9F2B8-A017-4804-AD48-395AF58544BC}">
      <dgm:prSet/>
      <dgm:spPr/>
      <dgm:t>
        <a:bodyPr/>
        <a:lstStyle/>
        <a:p>
          <a:pPr algn="ctr"/>
          <a:endParaRPr lang="en-GB"/>
        </a:p>
      </dgm:t>
    </dgm:pt>
    <dgm:pt modelId="{182768AC-F4F6-4E85-9E7B-1476FAF0C4F9}" type="pres">
      <dgm:prSet presAssocID="{EAEA11B0-1DC1-47EA-9AE2-107B637564FE}" presName="rootnode" presStyleCnt="0">
        <dgm:presLayoutVars>
          <dgm:chMax/>
          <dgm:chPref/>
          <dgm:dir/>
          <dgm:animLvl val="lvl"/>
        </dgm:presLayoutVars>
      </dgm:prSet>
      <dgm:spPr/>
    </dgm:pt>
    <dgm:pt modelId="{D0EEFCC1-A4B1-4077-98F7-B1A7BA3B7F55}" type="pres">
      <dgm:prSet presAssocID="{351377F1-8A15-49A4-840F-4ABDC6F2CD9B}" presName="composite" presStyleCnt="0"/>
      <dgm:spPr/>
    </dgm:pt>
    <dgm:pt modelId="{B13D620D-1CC3-4506-A9E6-04442790C6A9}" type="pres">
      <dgm:prSet presAssocID="{351377F1-8A15-49A4-840F-4ABDC6F2CD9B}" presName="bentUpArrow1" presStyleLbl="alignImgPlace1" presStyleIdx="0" presStyleCnt="5"/>
      <dgm:spPr/>
    </dgm:pt>
    <dgm:pt modelId="{F554B2D4-8322-4B0D-BE9F-9487D6042B9D}" type="pres">
      <dgm:prSet presAssocID="{351377F1-8A15-49A4-840F-4ABDC6F2CD9B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9E92CC9C-CB61-45B2-B913-6C1666B83B44}" type="pres">
      <dgm:prSet presAssocID="{351377F1-8A15-49A4-840F-4ABDC6F2CD9B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03EB58EC-4C2E-40C1-889E-1CB5ECAD7B42}" type="pres">
      <dgm:prSet presAssocID="{85F09628-F3F7-45A2-ACE5-BC666B908223}" presName="sibTrans" presStyleCnt="0"/>
      <dgm:spPr/>
    </dgm:pt>
    <dgm:pt modelId="{4CC22E0C-EE83-4426-AAAE-61484115F35C}" type="pres">
      <dgm:prSet presAssocID="{5A9FE16F-DC82-45E8-8DCE-A7D55A5BF247}" presName="composite" presStyleCnt="0"/>
      <dgm:spPr/>
    </dgm:pt>
    <dgm:pt modelId="{B8A457B2-AB84-4EEE-9199-5850545D3436}" type="pres">
      <dgm:prSet presAssocID="{5A9FE16F-DC82-45E8-8DCE-A7D55A5BF247}" presName="bentUpArrow1" presStyleLbl="alignImgPlace1" presStyleIdx="1" presStyleCnt="5"/>
      <dgm:spPr/>
    </dgm:pt>
    <dgm:pt modelId="{B376BF09-04F4-4411-A493-0853B2FBA23A}" type="pres">
      <dgm:prSet presAssocID="{5A9FE16F-DC82-45E8-8DCE-A7D55A5BF247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A744C371-DE5F-45CB-8E12-8539F74578B8}" type="pres">
      <dgm:prSet presAssocID="{5A9FE16F-DC82-45E8-8DCE-A7D55A5BF247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F2982F87-D593-4B25-B4FD-A71133DD5B4A}" type="pres">
      <dgm:prSet presAssocID="{C692B4F7-EB5F-49A4-97A8-49A8F9098380}" presName="sibTrans" presStyleCnt="0"/>
      <dgm:spPr/>
    </dgm:pt>
    <dgm:pt modelId="{1794D2E9-84C2-4DF0-91E6-27C5133830EF}" type="pres">
      <dgm:prSet presAssocID="{FA2C1EC7-1316-4D09-8299-ACD5C6859602}" presName="composite" presStyleCnt="0"/>
      <dgm:spPr/>
    </dgm:pt>
    <dgm:pt modelId="{50ACD0FB-3960-4688-9F42-1649B95C8BC3}" type="pres">
      <dgm:prSet presAssocID="{FA2C1EC7-1316-4D09-8299-ACD5C6859602}" presName="bentUpArrow1" presStyleLbl="alignImgPlace1" presStyleIdx="2" presStyleCnt="5"/>
      <dgm:spPr/>
    </dgm:pt>
    <dgm:pt modelId="{A4564910-BCFF-430F-98BD-03E853F79F5A}" type="pres">
      <dgm:prSet presAssocID="{FA2C1EC7-1316-4D09-8299-ACD5C6859602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9104AE45-CC1C-485C-A689-E0B6D4AB01D6}" type="pres">
      <dgm:prSet presAssocID="{FA2C1EC7-1316-4D09-8299-ACD5C6859602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1434C787-317C-422B-8187-3F772E00CA27}" type="pres">
      <dgm:prSet presAssocID="{05DD3E08-FFAE-4AA2-AE8F-E150BFA76133}" presName="sibTrans" presStyleCnt="0"/>
      <dgm:spPr/>
    </dgm:pt>
    <dgm:pt modelId="{7CC314DE-A9C0-4BFF-8AA3-62CE5E77AF14}" type="pres">
      <dgm:prSet presAssocID="{9AF3E850-C8A8-4D6F-B5BE-E65F33FB0234}" presName="composite" presStyleCnt="0"/>
      <dgm:spPr/>
    </dgm:pt>
    <dgm:pt modelId="{63FE7677-63BA-4160-A438-3B0C1C86621A}" type="pres">
      <dgm:prSet presAssocID="{9AF3E850-C8A8-4D6F-B5BE-E65F33FB0234}" presName="bentUpArrow1" presStyleLbl="alignImgPlace1" presStyleIdx="3" presStyleCnt="5"/>
      <dgm:spPr/>
    </dgm:pt>
    <dgm:pt modelId="{72173C9C-83B1-4A6A-B5D3-0722AE118EB9}" type="pres">
      <dgm:prSet presAssocID="{9AF3E850-C8A8-4D6F-B5BE-E65F33FB0234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7C4FE9DA-CB85-460E-95D9-34C2512ECB4B}" type="pres">
      <dgm:prSet presAssocID="{9AF3E850-C8A8-4D6F-B5BE-E65F33FB0234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23FB50EB-AD33-49AB-A190-0FA817E06916}" type="pres">
      <dgm:prSet presAssocID="{EF46053B-1683-4D66-A01E-4954B3ABD15D}" presName="sibTrans" presStyleCnt="0"/>
      <dgm:spPr/>
    </dgm:pt>
    <dgm:pt modelId="{F42651C3-E6E8-4D5A-8FDF-32EC8B38F0A4}" type="pres">
      <dgm:prSet presAssocID="{8B99DACD-0203-4776-88C6-BBFEFD09F8D6}" presName="composite" presStyleCnt="0"/>
      <dgm:spPr/>
    </dgm:pt>
    <dgm:pt modelId="{006870D5-B13F-4531-8F2E-308F062D094D}" type="pres">
      <dgm:prSet presAssocID="{8B99DACD-0203-4776-88C6-BBFEFD09F8D6}" presName="bentUpArrow1" presStyleLbl="alignImgPlace1" presStyleIdx="4" presStyleCnt="5"/>
      <dgm:spPr/>
    </dgm:pt>
    <dgm:pt modelId="{636BCB51-966D-4BB2-AE1F-2B0FA3375730}" type="pres">
      <dgm:prSet presAssocID="{8B99DACD-0203-4776-88C6-BBFEFD09F8D6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8F1B22D-41A2-4A0C-9209-3AE405EB1569}" type="pres">
      <dgm:prSet presAssocID="{8B99DACD-0203-4776-88C6-BBFEFD09F8D6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C6AC2194-7921-4D76-9E7D-BA3BA9C7CA9A}" type="pres">
      <dgm:prSet presAssocID="{3BA65E4D-7A40-4E4F-A259-65C9C48B29B1}" presName="sibTrans" presStyleCnt="0"/>
      <dgm:spPr/>
    </dgm:pt>
    <dgm:pt modelId="{61BF6D82-E5AD-4383-BACC-4A43E186F5FD}" type="pres">
      <dgm:prSet presAssocID="{973D1E05-7C3E-4484-8E45-A7EDA86A5DB5}" presName="composite" presStyleCnt="0"/>
      <dgm:spPr/>
    </dgm:pt>
    <dgm:pt modelId="{D0371FA2-1BE0-4976-9024-4EA44EFF7AD3}" type="pres">
      <dgm:prSet presAssocID="{973D1E05-7C3E-4484-8E45-A7EDA86A5DB5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7C8D3624-06A4-46CC-B848-989E881B7803}" type="presOf" srcId="{5A9FE16F-DC82-45E8-8DCE-A7D55A5BF247}" destId="{B376BF09-04F4-4411-A493-0853B2FBA23A}" srcOrd="0" destOrd="0" presId="urn:microsoft.com/office/officeart/2005/8/layout/StepDownProcess"/>
    <dgm:cxn modelId="{6187F624-17AA-4732-8C2E-60FBE4F8AFF4}" type="presOf" srcId="{9AF3E850-C8A8-4D6F-B5BE-E65F33FB0234}" destId="{72173C9C-83B1-4A6A-B5D3-0722AE118EB9}" srcOrd="0" destOrd="0" presId="urn:microsoft.com/office/officeart/2005/8/layout/StepDownProcess"/>
    <dgm:cxn modelId="{334A9F2C-2FD2-48C6-8EA5-CE6172CA2434}" type="presOf" srcId="{EAEA11B0-1DC1-47EA-9AE2-107B637564FE}" destId="{182768AC-F4F6-4E85-9E7B-1476FAF0C4F9}" srcOrd="0" destOrd="0" presId="urn:microsoft.com/office/officeart/2005/8/layout/StepDownProcess"/>
    <dgm:cxn modelId="{4E5A966E-4345-48D2-B0F0-5B7DB64FF910}" srcId="{EAEA11B0-1DC1-47EA-9AE2-107B637564FE}" destId="{8B99DACD-0203-4776-88C6-BBFEFD09F8D6}" srcOrd="4" destOrd="0" parTransId="{C3A063AB-4BD9-461D-BE18-9C02711EDC41}" sibTransId="{3BA65E4D-7A40-4E4F-A259-65C9C48B29B1}"/>
    <dgm:cxn modelId="{8F74E779-1BA0-4144-93F4-0FE33209BE83}" srcId="{EAEA11B0-1DC1-47EA-9AE2-107B637564FE}" destId="{5A9FE16F-DC82-45E8-8DCE-A7D55A5BF247}" srcOrd="1" destOrd="0" parTransId="{E2B83CB4-D11C-49BE-AD92-6E1452BA6B5F}" sibTransId="{C692B4F7-EB5F-49A4-97A8-49A8F9098380}"/>
    <dgm:cxn modelId="{CEBCF059-9B3F-4120-BA6E-DE174D880071}" type="presOf" srcId="{351377F1-8A15-49A4-840F-4ABDC6F2CD9B}" destId="{F554B2D4-8322-4B0D-BE9F-9487D6042B9D}" srcOrd="0" destOrd="0" presId="urn:microsoft.com/office/officeart/2005/8/layout/StepDownProcess"/>
    <dgm:cxn modelId="{168A6784-0722-4C3E-981F-C4E80346B211}" srcId="{EAEA11B0-1DC1-47EA-9AE2-107B637564FE}" destId="{FA2C1EC7-1316-4D09-8299-ACD5C6859602}" srcOrd="2" destOrd="0" parTransId="{E4E5A094-EA0C-4F2B-A5FD-A98424AB6882}" sibTransId="{05DD3E08-FFAE-4AA2-AE8F-E150BFA76133}"/>
    <dgm:cxn modelId="{A6FEE0AA-D8EA-4C24-9599-B64B38DB1277}" type="presOf" srcId="{8B99DACD-0203-4776-88C6-BBFEFD09F8D6}" destId="{636BCB51-966D-4BB2-AE1F-2B0FA3375730}" srcOrd="0" destOrd="0" presId="urn:microsoft.com/office/officeart/2005/8/layout/StepDownProcess"/>
    <dgm:cxn modelId="{27B9F2B8-A017-4804-AD48-395AF58544BC}" srcId="{EAEA11B0-1DC1-47EA-9AE2-107B637564FE}" destId="{973D1E05-7C3E-4484-8E45-A7EDA86A5DB5}" srcOrd="5" destOrd="0" parTransId="{E2E43207-ED00-49A0-B681-9215388AF0D9}" sibTransId="{9963D6B5-4D07-476C-981C-DAF53BAC025C}"/>
    <dgm:cxn modelId="{F9F8CFBC-4248-487B-B4BA-C74B55B0F9DF}" srcId="{EAEA11B0-1DC1-47EA-9AE2-107B637564FE}" destId="{351377F1-8A15-49A4-840F-4ABDC6F2CD9B}" srcOrd="0" destOrd="0" parTransId="{9DECCD85-22C4-467E-8337-680E082DDBBC}" sibTransId="{85F09628-F3F7-45A2-ACE5-BC666B908223}"/>
    <dgm:cxn modelId="{F8E7B1C9-0234-476A-80F3-A90232340B38}" type="presOf" srcId="{FA2C1EC7-1316-4D09-8299-ACD5C6859602}" destId="{A4564910-BCFF-430F-98BD-03E853F79F5A}" srcOrd="0" destOrd="0" presId="urn:microsoft.com/office/officeart/2005/8/layout/StepDownProcess"/>
    <dgm:cxn modelId="{4BFE95D0-FEA5-4128-9A36-BA72807AAB9A}" srcId="{EAEA11B0-1DC1-47EA-9AE2-107B637564FE}" destId="{9AF3E850-C8A8-4D6F-B5BE-E65F33FB0234}" srcOrd="3" destOrd="0" parTransId="{EB4B55EA-C6D1-46DC-9C83-A463D8851DFB}" sibTransId="{EF46053B-1683-4D66-A01E-4954B3ABD15D}"/>
    <dgm:cxn modelId="{CDA32AFA-BD4B-49FE-9301-71E94C78BA8F}" type="presOf" srcId="{973D1E05-7C3E-4484-8E45-A7EDA86A5DB5}" destId="{D0371FA2-1BE0-4976-9024-4EA44EFF7AD3}" srcOrd="0" destOrd="0" presId="urn:microsoft.com/office/officeart/2005/8/layout/StepDownProcess"/>
    <dgm:cxn modelId="{3BEB25ED-6363-41C9-8586-91A1BBE562C5}" type="presParOf" srcId="{182768AC-F4F6-4E85-9E7B-1476FAF0C4F9}" destId="{D0EEFCC1-A4B1-4077-98F7-B1A7BA3B7F55}" srcOrd="0" destOrd="0" presId="urn:microsoft.com/office/officeart/2005/8/layout/StepDownProcess"/>
    <dgm:cxn modelId="{D11C689B-F5A8-4E6A-BB05-B609E5F4AF40}" type="presParOf" srcId="{D0EEFCC1-A4B1-4077-98F7-B1A7BA3B7F55}" destId="{B13D620D-1CC3-4506-A9E6-04442790C6A9}" srcOrd="0" destOrd="0" presId="urn:microsoft.com/office/officeart/2005/8/layout/StepDownProcess"/>
    <dgm:cxn modelId="{36F8BC59-0F1A-4661-9CE3-789E7675A325}" type="presParOf" srcId="{D0EEFCC1-A4B1-4077-98F7-B1A7BA3B7F55}" destId="{F554B2D4-8322-4B0D-BE9F-9487D6042B9D}" srcOrd="1" destOrd="0" presId="urn:microsoft.com/office/officeart/2005/8/layout/StepDownProcess"/>
    <dgm:cxn modelId="{2972A9FC-C274-4DB8-AEA2-E5B7F13F8EF5}" type="presParOf" srcId="{D0EEFCC1-A4B1-4077-98F7-B1A7BA3B7F55}" destId="{9E92CC9C-CB61-45B2-B913-6C1666B83B44}" srcOrd="2" destOrd="0" presId="urn:microsoft.com/office/officeart/2005/8/layout/StepDownProcess"/>
    <dgm:cxn modelId="{0A2351FE-EEF4-49DB-A09D-D0B93A41DB1C}" type="presParOf" srcId="{182768AC-F4F6-4E85-9E7B-1476FAF0C4F9}" destId="{03EB58EC-4C2E-40C1-889E-1CB5ECAD7B42}" srcOrd="1" destOrd="0" presId="urn:microsoft.com/office/officeart/2005/8/layout/StepDownProcess"/>
    <dgm:cxn modelId="{1E954C6E-3DCF-4508-876E-97710CC5151D}" type="presParOf" srcId="{182768AC-F4F6-4E85-9E7B-1476FAF0C4F9}" destId="{4CC22E0C-EE83-4426-AAAE-61484115F35C}" srcOrd="2" destOrd="0" presId="urn:microsoft.com/office/officeart/2005/8/layout/StepDownProcess"/>
    <dgm:cxn modelId="{5ECE214D-1A65-4564-96D2-684A48D84398}" type="presParOf" srcId="{4CC22E0C-EE83-4426-AAAE-61484115F35C}" destId="{B8A457B2-AB84-4EEE-9199-5850545D3436}" srcOrd="0" destOrd="0" presId="urn:microsoft.com/office/officeart/2005/8/layout/StepDownProcess"/>
    <dgm:cxn modelId="{A042F15A-EF9F-4C10-938E-2FF90CA09ECD}" type="presParOf" srcId="{4CC22E0C-EE83-4426-AAAE-61484115F35C}" destId="{B376BF09-04F4-4411-A493-0853B2FBA23A}" srcOrd="1" destOrd="0" presId="urn:microsoft.com/office/officeart/2005/8/layout/StepDownProcess"/>
    <dgm:cxn modelId="{44486004-55DA-4B38-A391-2250E58D8A2F}" type="presParOf" srcId="{4CC22E0C-EE83-4426-AAAE-61484115F35C}" destId="{A744C371-DE5F-45CB-8E12-8539F74578B8}" srcOrd="2" destOrd="0" presId="urn:microsoft.com/office/officeart/2005/8/layout/StepDownProcess"/>
    <dgm:cxn modelId="{CF7E5A8D-63EC-4CD3-A3B5-0B7089FFA4E9}" type="presParOf" srcId="{182768AC-F4F6-4E85-9E7B-1476FAF0C4F9}" destId="{F2982F87-D593-4B25-B4FD-A71133DD5B4A}" srcOrd="3" destOrd="0" presId="urn:microsoft.com/office/officeart/2005/8/layout/StepDownProcess"/>
    <dgm:cxn modelId="{3A3358B3-5C80-4418-A329-88D8D21F775B}" type="presParOf" srcId="{182768AC-F4F6-4E85-9E7B-1476FAF0C4F9}" destId="{1794D2E9-84C2-4DF0-91E6-27C5133830EF}" srcOrd="4" destOrd="0" presId="urn:microsoft.com/office/officeart/2005/8/layout/StepDownProcess"/>
    <dgm:cxn modelId="{B1930452-806D-495B-8269-6DEAC20BF2C1}" type="presParOf" srcId="{1794D2E9-84C2-4DF0-91E6-27C5133830EF}" destId="{50ACD0FB-3960-4688-9F42-1649B95C8BC3}" srcOrd="0" destOrd="0" presId="urn:microsoft.com/office/officeart/2005/8/layout/StepDownProcess"/>
    <dgm:cxn modelId="{A3B5F155-B65B-47CD-8A84-7125165C30F6}" type="presParOf" srcId="{1794D2E9-84C2-4DF0-91E6-27C5133830EF}" destId="{A4564910-BCFF-430F-98BD-03E853F79F5A}" srcOrd="1" destOrd="0" presId="urn:microsoft.com/office/officeart/2005/8/layout/StepDownProcess"/>
    <dgm:cxn modelId="{CCCE3C43-FFB6-4C13-B58F-360D2C521C04}" type="presParOf" srcId="{1794D2E9-84C2-4DF0-91E6-27C5133830EF}" destId="{9104AE45-CC1C-485C-A689-E0B6D4AB01D6}" srcOrd="2" destOrd="0" presId="urn:microsoft.com/office/officeart/2005/8/layout/StepDownProcess"/>
    <dgm:cxn modelId="{52F027CA-55F3-42E2-AB6D-51175C70C1C2}" type="presParOf" srcId="{182768AC-F4F6-4E85-9E7B-1476FAF0C4F9}" destId="{1434C787-317C-422B-8187-3F772E00CA27}" srcOrd="5" destOrd="0" presId="urn:microsoft.com/office/officeart/2005/8/layout/StepDownProcess"/>
    <dgm:cxn modelId="{61BC33F5-FE9D-444A-878C-BBF12E454CFB}" type="presParOf" srcId="{182768AC-F4F6-4E85-9E7B-1476FAF0C4F9}" destId="{7CC314DE-A9C0-4BFF-8AA3-62CE5E77AF14}" srcOrd="6" destOrd="0" presId="urn:microsoft.com/office/officeart/2005/8/layout/StepDownProcess"/>
    <dgm:cxn modelId="{10B4985C-FAF9-453E-8F79-0596CBB47BCF}" type="presParOf" srcId="{7CC314DE-A9C0-4BFF-8AA3-62CE5E77AF14}" destId="{63FE7677-63BA-4160-A438-3B0C1C86621A}" srcOrd="0" destOrd="0" presId="urn:microsoft.com/office/officeart/2005/8/layout/StepDownProcess"/>
    <dgm:cxn modelId="{431C1E76-24CD-4534-87F8-489C90340BED}" type="presParOf" srcId="{7CC314DE-A9C0-4BFF-8AA3-62CE5E77AF14}" destId="{72173C9C-83B1-4A6A-B5D3-0722AE118EB9}" srcOrd="1" destOrd="0" presId="urn:microsoft.com/office/officeart/2005/8/layout/StepDownProcess"/>
    <dgm:cxn modelId="{A0B1324E-6B2B-4CCF-8F39-12BC8EFB738A}" type="presParOf" srcId="{7CC314DE-A9C0-4BFF-8AA3-62CE5E77AF14}" destId="{7C4FE9DA-CB85-460E-95D9-34C2512ECB4B}" srcOrd="2" destOrd="0" presId="urn:microsoft.com/office/officeart/2005/8/layout/StepDownProcess"/>
    <dgm:cxn modelId="{5275EDC1-2E88-4C6D-9642-787DA18BD884}" type="presParOf" srcId="{182768AC-F4F6-4E85-9E7B-1476FAF0C4F9}" destId="{23FB50EB-AD33-49AB-A190-0FA817E06916}" srcOrd="7" destOrd="0" presId="urn:microsoft.com/office/officeart/2005/8/layout/StepDownProcess"/>
    <dgm:cxn modelId="{3187999B-CAE2-42C7-9F09-AA525D668040}" type="presParOf" srcId="{182768AC-F4F6-4E85-9E7B-1476FAF0C4F9}" destId="{F42651C3-E6E8-4D5A-8FDF-32EC8B38F0A4}" srcOrd="8" destOrd="0" presId="urn:microsoft.com/office/officeart/2005/8/layout/StepDownProcess"/>
    <dgm:cxn modelId="{41DB69F5-3FB8-42FE-8865-85DAA331C78A}" type="presParOf" srcId="{F42651C3-E6E8-4D5A-8FDF-32EC8B38F0A4}" destId="{006870D5-B13F-4531-8F2E-308F062D094D}" srcOrd="0" destOrd="0" presId="urn:microsoft.com/office/officeart/2005/8/layout/StepDownProcess"/>
    <dgm:cxn modelId="{AD9A8653-DF76-4BBA-A466-66522B3755AF}" type="presParOf" srcId="{F42651C3-E6E8-4D5A-8FDF-32EC8B38F0A4}" destId="{636BCB51-966D-4BB2-AE1F-2B0FA3375730}" srcOrd="1" destOrd="0" presId="urn:microsoft.com/office/officeart/2005/8/layout/StepDownProcess"/>
    <dgm:cxn modelId="{99965F9C-1EF7-48F0-A4F2-DBF9E7BBA039}" type="presParOf" srcId="{F42651C3-E6E8-4D5A-8FDF-32EC8B38F0A4}" destId="{38F1B22D-41A2-4A0C-9209-3AE405EB1569}" srcOrd="2" destOrd="0" presId="urn:microsoft.com/office/officeart/2005/8/layout/StepDownProcess"/>
    <dgm:cxn modelId="{8489D889-0A99-4D18-904E-AB24C98E3D9E}" type="presParOf" srcId="{182768AC-F4F6-4E85-9E7B-1476FAF0C4F9}" destId="{C6AC2194-7921-4D76-9E7D-BA3BA9C7CA9A}" srcOrd="9" destOrd="0" presId="urn:microsoft.com/office/officeart/2005/8/layout/StepDownProcess"/>
    <dgm:cxn modelId="{18B3E323-DE71-4E13-8564-1710010B3436}" type="presParOf" srcId="{182768AC-F4F6-4E85-9E7B-1476FAF0C4F9}" destId="{61BF6D82-E5AD-4383-BACC-4A43E186F5FD}" srcOrd="10" destOrd="0" presId="urn:microsoft.com/office/officeart/2005/8/layout/StepDownProcess"/>
    <dgm:cxn modelId="{B1A18E28-8D7C-408B-8D66-42C294362EF9}" type="presParOf" srcId="{61BF6D82-E5AD-4383-BACC-4A43E186F5FD}" destId="{D0371FA2-1BE0-4976-9024-4EA44EFF7AD3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31607-BF39-4BDD-817A-47BF46E13AFE}">
      <dsp:nvSpPr>
        <dsp:cNvPr id="0" name=""/>
        <dsp:cNvSpPr/>
      </dsp:nvSpPr>
      <dsp:spPr>
        <a:xfrm>
          <a:off x="378530" y="0"/>
          <a:ext cx="3667478" cy="36674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kern="1200" dirty="0"/>
            <a:t>Operational </a:t>
          </a:r>
          <a:r>
            <a:rPr lang="en-GB" sz="1600" b="1" kern="1200" dirty="0">
              <a:solidFill>
                <a:schemeClr val="tx1"/>
              </a:solidFill>
              <a:latin typeface="Calibri"/>
            </a:rPr>
            <a:t>Goals</a:t>
          </a:r>
        </a:p>
      </dsp:txBody>
      <dsp:txXfrm>
        <a:off x="1571377" y="183373"/>
        <a:ext cx="1281783" cy="550121"/>
      </dsp:txXfrm>
    </dsp:sp>
    <dsp:sp modelId="{2988FDF7-4CDD-4752-8DC1-A4025BAEE4B2}">
      <dsp:nvSpPr>
        <dsp:cNvPr id="0" name=""/>
        <dsp:cNvSpPr/>
      </dsp:nvSpPr>
      <dsp:spPr>
        <a:xfrm>
          <a:off x="836964" y="916869"/>
          <a:ext cx="2750608" cy="27506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  <a:latin typeface="Calibri"/>
            </a:rPr>
            <a:t>Strategic</a:t>
          </a:r>
          <a:r>
            <a:rPr lang="en-GB" sz="1300" b="1" kern="1200" dirty="0">
              <a:solidFill>
                <a:schemeClr val="tx1"/>
              </a:solidFill>
            </a:rPr>
            <a:t> Goals</a:t>
          </a:r>
          <a:endParaRPr lang="en-US" sz="1300" kern="1200" dirty="0"/>
        </a:p>
      </dsp:txBody>
      <dsp:txXfrm>
        <a:off x="1571377" y="1088782"/>
        <a:ext cx="1281783" cy="515739"/>
      </dsp:txXfrm>
    </dsp:sp>
    <dsp:sp modelId="{5A55472D-2CA6-4461-A307-4790FFBB89AD}">
      <dsp:nvSpPr>
        <dsp:cNvPr id="0" name=""/>
        <dsp:cNvSpPr/>
      </dsp:nvSpPr>
      <dsp:spPr>
        <a:xfrm>
          <a:off x="1295399" y="1833739"/>
          <a:ext cx="1833739" cy="1833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kern="1200" dirty="0"/>
            <a:t>Vision And Mission</a:t>
          </a:r>
        </a:p>
      </dsp:txBody>
      <dsp:txXfrm>
        <a:off x="1563944" y="2292173"/>
        <a:ext cx="1296649" cy="9168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D620D-1CC3-4506-A9E6-04442790C6A9}">
      <dsp:nvSpPr>
        <dsp:cNvPr id="0" name=""/>
        <dsp:cNvSpPr/>
      </dsp:nvSpPr>
      <dsp:spPr>
        <a:xfrm rot="5400000">
          <a:off x="904751" y="677446"/>
          <a:ext cx="583129" cy="66387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4B2D4-8322-4B0D-BE9F-9487D6042B9D}">
      <dsp:nvSpPr>
        <dsp:cNvPr id="0" name=""/>
        <dsp:cNvSpPr/>
      </dsp:nvSpPr>
      <dsp:spPr>
        <a:xfrm>
          <a:off x="750257" y="31035"/>
          <a:ext cx="981647" cy="687121"/>
        </a:xfrm>
        <a:prstGeom prst="roundRect">
          <a:avLst>
            <a:gd name="adj" fmla="val 16670"/>
          </a:avLst>
        </a:prstGeom>
        <a:solidFill>
          <a:srgbClr val="199DA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Start</a:t>
          </a:r>
        </a:p>
      </dsp:txBody>
      <dsp:txXfrm>
        <a:off x="783806" y="64584"/>
        <a:ext cx="914549" cy="620023"/>
      </dsp:txXfrm>
    </dsp:sp>
    <dsp:sp modelId="{9E92CC9C-CB61-45B2-B913-6C1666B83B44}">
      <dsp:nvSpPr>
        <dsp:cNvPr id="0" name=""/>
        <dsp:cNvSpPr/>
      </dsp:nvSpPr>
      <dsp:spPr>
        <a:xfrm>
          <a:off x="1731904" y="96568"/>
          <a:ext cx="713956" cy="55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A457B2-AB84-4EEE-9199-5850545D3436}">
      <dsp:nvSpPr>
        <dsp:cNvPr id="0" name=""/>
        <dsp:cNvSpPr/>
      </dsp:nvSpPr>
      <dsp:spPr>
        <a:xfrm rot="5400000">
          <a:off x="1718641" y="1449310"/>
          <a:ext cx="583129" cy="66387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6BF09-04F4-4411-A493-0853B2FBA23A}">
      <dsp:nvSpPr>
        <dsp:cNvPr id="0" name=""/>
        <dsp:cNvSpPr/>
      </dsp:nvSpPr>
      <dsp:spPr>
        <a:xfrm>
          <a:off x="1564147" y="802899"/>
          <a:ext cx="981647" cy="687121"/>
        </a:xfrm>
        <a:prstGeom prst="roundRect">
          <a:avLst>
            <a:gd name="adj" fmla="val 16670"/>
          </a:avLst>
        </a:prstGeom>
        <a:solidFill>
          <a:srgbClr val="199DA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Post job</a:t>
          </a:r>
        </a:p>
      </dsp:txBody>
      <dsp:txXfrm>
        <a:off x="1597696" y="836448"/>
        <a:ext cx="914549" cy="620023"/>
      </dsp:txXfrm>
    </dsp:sp>
    <dsp:sp modelId="{A744C371-DE5F-45CB-8E12-8539F74578B8}">
      <dsp:nvSpPr>
        <dsp:cNvPr id="0" name=""/>
        <dsp:cNvSpPr/>
      </dsp:nvSpPr>
      <dsp:spPr>
        <a:xfrm>
          <a:off x="2545794" y="868432"/>
          <a:ext cx="713956" cy="55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ACD0FB-3960-4688-9F42-1649B95C8BC3}">
      <dsp:nvSpPr>
        <dsp:cNvPr id="0" name=""/>
        <dsp:cNvSpPr/>
      </dsp:nvSpPr>
      <dsp:spPr>
        <a:xfrm rot="5400000">
          <a:off x="2532531" y="2221174"/>
          <a:ext cx="583129" cy="66387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64910-BCFF-430F-98BD-03E853F79F5A}">
      <dsp:nvSpPr>
        <dsp:cNvPr id="0" name=""/>
        <dsp:cNvSpPr/>
      </dsp:nvSpPr>
      <dsp:spPr>
        <a:xfrm>
          <a:off x="2378037" y="1574763"/>
          <a:ext cx="981647" cy="687121"/>
        </a:xfrm>
        <a:prstGeom prst="roundRect">
          <a:avLst>
            <a:gd name="adj" fmla="val 16670"/>
          </a:avLst>
        </a:prstGeom>
        <a:solidFill>
          <a:srgbClr val="199DA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Receive applications</a:t>
          </a:r>
        </a:p>
      </dsp:txBody>
      <dsp:txXfrm>
        <a:off x="2411586" y="1608312"/>
        <a:ext cx="914549" cy="620023"/>
      </dsp:txXfrm>
    </dsp:sp>
    <dsp:sp modelId="{9104AE45-CC1C-485C-A689-E0B6D4AB01D6}">
      <dsp:nvSpPr>
        <dsp:cNvPr id="0" name=""/>
        <dsp:cNvSpPr/>
      </dsp:nvSpPr>
      <dsp:spPr>
        <a:xfrm>
          <a:off x="3359684" y="1640296"/>
          <a:ext cx="713956" cy="55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FE7677-63BA-4160-A438-3B0C1C86621A}">
      <dsp:nvSpPr>
        <dsp:cNvPr id="0" name=""/>
        <dsp:cNvSpPr/>
      </dsp:nvSpPr>
      <dsp:spPr>
        <a:xfrm rot="5400000">
          <a:off x="3346421" y="2993038"/>
          <a:ext cx="583129" cy="66387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73C9C-83B1-4A6A-B5D3-0722AE118EB9}">
      <dsp:nvSpPr>
        <dsp:cNvPr id="0" name=""/>
        <dsp:cNvSpPr/>
      </dsp:nvSpPr>
      <dsp:spPr>
        <a:xfrm>
          <a:off x="3191927" y="2346627"/>
          <a:ext cx="981647" cy="687121"/>
        </a:xfrm>
        <a:prstGeom prst="roundRect">
          <a:avLst>
            <a:gd name="adj" fmla="val 16670"/>
          </a:avLst>
        </a:prstGeom>
        <a:solidFill>
          <a:srgbClr val="199DA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Check applications</a:t>
          </a:r>
        </a:p>
      </dsp:txBody>
      <dsp:txXfrm>
        <a:off x="3225476" y="2380176"/>
        <a:ext cx="914549" cy="620023"/>
      </dsp:txXfrm>
    </dsp:sp>
    <dsp:sp modelId="{7C4FE9DA-CB85-460E-95D9-34C2512ECB4B}">
      <dsp:nvSpPr>
        <dsp:cNvPr id="0" name=""/>
        <dsp:cNvSpPr/>
      </dsp:nvSpPr>
      <dsp:spPr>
        <a:xfrm>
          <a:off x="4173574" y="2412160"/>
          <a:ext cx="713956" cy="55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6870D5-B13F-4531-8F2E-308F062D094D}">
      <dsp:nvSpPr>
        <dsp:cNvPr id="0" name=""/>
        <dsp:cNvSpPr/>
      </dsp:nvSpPr>
      <dsp:spPr>
        <a:xfrm rot="5400000">
          <a:off x="4160311" y="3764902"/>
          <a:ext cx="583129" cy="66387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BCB51-966D-4BB2-AE1F-2B0FA3375730}">
      <dsp:nvSpPr>
        <dsp:cNvPr id="0" name=""/>
        <dsp:cNvSpPr/>
      </dsp:nvSpPr>
      <dsp:spPr>
        <a:xfrm>
          <a:off x="4005817" y="3118491"/>
          <a:ext cx="981647" cy="687121"/>
        </a:xfrm>
        <a:prstGeom prst="roundRect">
          <a:avLst>
            <a:gd name="adj" fmla="val 16670"/>
          </a:avLst>
        </a:prstGeom>
        <a:solidFill>
          <a:srgbClr val="199DA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Select candidate</a:t>
          </a:r>
        </a:p>
      </dsp:txBody>
      <dsp:txXfrm>
        <a:off x="4039366" y="3152040"/>
        <a:ext cx="914549" cy="620023"/>
      </dsp:txXfrm>
    </dsp:sp>
    <dsp:sp modelId="{38F1B22D-41A2-4A0C-9209-3AE405EB1569}">
      <dsp:nvSpPr>
        <dsp:cNvPr id="0" name=""/>
        <dsp:cNvSpPr/>
      </dsp:nvSpPr>
      <dsp:spPr>
        <a:xfrm>
          <a:off x="4987464" y="3184023"/>
          <a:ext cx="713956" cy="555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371FA2-1BE0-4976-9024-4EA44EFF7AD3}">
      <dsp:nvSpPr>
        <dsp:cNvPr id="0" name=""/>
        <dsp:cNvSpPr/>
      </dsp:nvSpPr>
      <dsp:spPr>
        <a:xfrm>
          <a:off x="4819707" y="3890355"/>
          <a:ext cx="981647" cy="687121"/>
        </a:xfrm>
        <a:prstGeom prst="roundRect">
          <a:avLst>
            <a:gd name="adj" fmla="val 16670"/>
          </a:avLst>
        </a:prstGeom>
        <a:solidFill>
          <a:srgbClr val="199DA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End </a:t>
          </a:r>
        </a:p>
      </dsp:txBody>
      <dsp:txXfrm>
        <a:off x="4853256" y="3923904"/>
        <a:ext cx="914549" cy="620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66700" lvl="0" indent="-257175">
              <a:buClr>
                <a:srgbClr val="1A9DAC"/>
              </a:buClr>
              <a:buFont typeface="Arial" charset="0"/>
              <a:buChar char="•"/>
            </a:pPr>
            <a:r>
              <a:rPr lang="en-GB" sz="2400" dirty="0"/>
              <a:t>Audience, likely to be the </a:t>
            </a:r>
          </a:p>
          <a:p>
            <a:pPr marL="541338" lvl="1" indent="-274638">
              <a:buClr>
                <a:srgbClr val="1A9DAC"/>
              </a:buClr>
              <a:buFont typeface="Courier New" panose="02070309020205020404" pitchFamily="49" charset="0"/>
              <a:buChar char="o"/>
            </a:pPr>
            <a:r>
              <a:rPr lang="en-GB" sz="2400" dirty="0"/>
              <a:t>Executive</a:t>
            </a:r>
          </a:p>
          <a:p>
            <a:pPr marL="541338" lvl="1" indent="-274638">
              <a:buClr>
                <a:srgbClr val="1A9DAC"/>
              </a:buClr>
              <a:buFont typeface="Courier New" panose="02070309020205020404" pitchFamily="49" charset="0"/>
              <a:buChar char="o"/>
            </a:pPr>
            <a:r>
              <a:rPr lang="en-GB" sz="2400" dirty="0"/>
              <a:t>Top managerial</a:t>
            </a:r>
          </a:p>
          <a:p>
            <a:pPr marL="541338" lvl="1" indent="-274638">
              <a:buClr>
                <a:srgbClr val="1A9DAC"/>
              </a:buClr>
              <a:buFont typeface="Courier New" panose="02070309020205020404" pitchFamily="49" charset="0"/>
              <a:buChar char="o"/>
            </a:pPr>
            <a:r>
              <a:rPr lang="en-GB" sz="2400" dirty="0"/>
              <a:t>Process manager </a:t>
            </a:r>
          </a:p>
          <a:p>
            <a:pPr marL="541338" lvl="1" indent="-274638">
              <a:buClr>
                <a:srgbClr val="1A9DAC"/>
              </a:buClr>
              <a:buFont typeface="Courier New" panose="02070309020205020404" pitchFamily="49" charset="0"/>
              <a:buChar char="o"/>
            </a:pPr>
            <a:r>
              <a:rPr lang="en-GB" sz="2400" dirty="0"/>
              <a:t>Process owner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7263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lifecycle flow is: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You start with an </a:t>
            </a:r>
            <a:r>
              <a:rPr lang="en-GB" b="1" dirty="0"/>
              <a:t>existing process</a:t>
            </a:r>
            <a:r>
              <a:rPr lang="en-GB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You carry out a </a:t>
            </a:r>
            <a:r>
              <a:rPr lang="en-GB" b="1" dirty="0"/>
              <a:t>process survey</a:t>
            </a:r>
            <a:r>
              <a:rPr lang="en-GB" dirty="0"/>
              <a:t> to understand what is currently happening. The diagram suggests this can involve things like workshops, interviews and monitoring.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You then produce </a:t>
            </a:r>
            <a:r>
              <a:rPr lang="en-GB" b="1" dirty="0"/>
              <a:t>process documentation</a:t>
            </a:r>
            <a:r>
              <a:rPr lang="en-GB" dirty="0"/>
              <a:t>, such as process maps and flow diagrams.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From that documentation, you ask whether there are </a:t>
            </a:r>
            <a:r>
              <a:rPr lang="en-GB" b="1" dirty="0"/>
              <a:t>weak points</a:t>
            </a:r>
            <a:r>
              <a:rPr lang="en-GB" dirty="0"/>
              <a:t> in the current process.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If there are weaknesses, you move into </a:t>
            </a:r>
            <a:r>
              <a:rPr lang="en-GB" b="1" dirty="0"/>
              <a:t>process analysis</a:t>
            </a:r>
            <a:r>
              <a:rPr lang="en-GB" dirty="0"/>
              <a:t>. Here you diagnose problems, look for their causes and estimate the potential for improvement.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From the analysis, you move into </a:t>
            </a:r>
            <a:r>
              <a:rPr lang="en-GB" b="1" dirty="0"/>
              <a:t>process design</a:t>
            </a:r>
            <a:r>
              <a:rPr lang="en-GB" dirty="0"/>
              <a:t>, where you create the improved or target process. This can involve modelling the target state, simulating the process, assessing alternatives and estimating return on investment.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The new design is then put into practice through </a:t>
            </a:r>
            <a:r>
              <a:rPr lang="en-GB" b="1" dirty="0"/>
              <a:t>process implementation</a:t>
            </a:r>
            <a:r>
              <a:rPr lang="en-GB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Once implemented, the process moves into </a:t>
            </a:r>
            <a:r>
              <a:rPr lang="en-GB" b="1" dirty="0"/>
              <a:t>process controlling</a:t>
            </a:r>
            <a:r>
              <a:rPr lang="en-GB" dirty="0"/>
              <a:t>, where its performance is monitored.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dirty="0"/>
              <a:t>That monitoring can reveal further problems or opportunities, so the cycle can start again.</a:t>
            </a:r>
          </a:p>
          <a:p>
            <a:endParaRPr lang="en-GB" dirty="0"/>
          </a:p>
          <a:p>
            <a:r>
              <a:rPr lang="en-GB" dirty="0"/>
              <a:t>The  + means collapsed sub-processes; the document with dotted line shows information used by or produced by a task; the black tasks have no intrinsic meaning within BPMN and are being used for emphasis here</a:t>
            </a:r>
          </a:p>
          <a:p>
            <a:endParaRPr lang="en-GB" dirty="0"/>
          </a:p>
          <a:p>
            <a:r>
              <a:rPr lang="en-GB" dirty="0"/>
              <a:t>This diagram shows how process modelling fits into continuous process improvement: we first understand the existing process, analyse it, redesign it, implement the new process and then monitor it for further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956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10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348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673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461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659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910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367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shouldn’t just identify that a process is slow or confusing; analyse why it is slow or confusing.</a:t>
            </a:r>
          </a:p>
          <a:p>
            <a:endParaRPr lang="en-GB" dirty="0"/>
          </a:p>
          <a:p>
            <a:r>
              <a:rPr lang="en-GB" sz="1200" b="1" dirty="0"/>
              <a:t>Process analysis means taking the weaknesses in the current process and tracing them back to their underlying causes, so we know what should be improved.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038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841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A conversation diagram gives us a communication-centred view of the process. It shows who is involved and the main topics or exchanges between them, without showing all the internal process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570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main symbols are: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dirty="0"/>
              <a:t>Rectangular blocks with participant names above and below</a:t>
            </a:r>
            <a:r>
              <a:rPr lang="en-GB" dirty="0"/>
              <a:t> — these are </a:t>
            </a:r>
            <a:r>
              <a:rPr lang="en-GB" b="1" dirty="0"/>
              <a:t>choreography (interactions) tasks</a:t>
            </a:r>
            <a:r>
              <a:rPr lang="en-GB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In each task, the </a:t>
            </a:r>
            <a:r>
              <a:rPr lang="en-GB" b="1" dirty="0"/>
              <a:t>participant bands</a:t>
            </a:r>
            <a:r>
              <a:rPr lang="en-GB" dirty="0"/>
              <a:t> show who is involved.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white/grey shading of the participant bands</a:t>
            </a:r>
            <a:r>
              <a:rPr lang="en-GB" dirty="0"/>
              <a:t> indicates which participant is the </a:t>
            </a:r>
            <a:r>
              <a:rPr lang="en-GB" b="1" dirty="0"/>
              <a:t>initiating participant (unshaded),</a:t>
            </a:r>
            <a:r>
              <a:rPr lang="en-GB" dirty="0"/>
              <a:t> and which is the</a:t>
            </a:r>
            <a:r>
              <a:rPr lang="en-GB" b="1" dirty="0"/>
              <a:t> receiving participant (shaded)</a:t>
            </a:r>
            <a:r>
              <a:rPr lang="en-GB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small + inside some choreography tasks</a:t>
            </a:r>
            <a:r>
              <a:rPr lang="en-GB" dirty="0"/>
              <a:t> means the interaction is a </a:t>
            </a:r>
            <a:r>
              <a:rPr lang="en-GB" b="1" dirty="0"/>
              <a:t>collapsed choreography subprocess</a:t>
            </a:r>
            <a:r>
              <a:rPr lang="en-GB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envelope symbols</a:t>
            </a:r>
            <a:r>
              <a:rPr lang="en-GB" dirty="0"/>
              <a:t> represent </a:t>
            </a:r>
            <a:r>
              <a:rPr lang="en-GB" b="1" dirty="0"/>
              <a:t>messages</a:t>
            </a:r>
            <a:r>
              <a:rPr lang="en-GB" dirty="0"/>
              <a:t> being exchanged.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plain double-ring circles between stages</a:t>
            </a:r>
            <a:r>
              <a:rPr lang="en-GB" dirty="0"/>
              <a:t> are </a:t>
            </a:r>
            <a:r>
              <a:rPr lang="en-GB" b="0" dirty="0"/>
              <a:t>intermediate</a:t>
            </a:r>
            <a:r>
              <a:rPr lang="en-GB" b="1" dirty="0"/>
              <a:t> </a:t>
            </a:r>
            <a:r>
              <a:rPr lang="en-GB" dirty="0"/>
              <a:t>milestones/events occurring during the choreography.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108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96B9-2C51-B935-1E04-D0D28C7A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91AC8-D376-CFB2-3A4C-92CBD3A8A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4693C-0765-802E-7D08-2E1D11337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82CCF-316D-0538-15E9-AAD16E4D0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076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EE22-2DED-3F12-9C05-739E4A54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4A01E-90E4-1FFF-BD1C-39E434C90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3C055-1DC1-BFD4-1AD6-FF7A3766A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47DA3-C9C2-8DEF-5BDE-CECDB42E5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1926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5187-67A8-A211-2CCB-EF445027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10942-9373-C26D-671B-E8DFB6389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F94A9-FD1F-C2DB-A1BF-173EB41F2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6805C-DCF0-FB7A-C81E-F077BD009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256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3471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D2AF-8CC9-FFBE-D5A7-507F7C91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3E752-91B9-4BAB-CC17-111CB6090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610FB-5BAC-4A3A-3070-CBFE0E592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0DC40-82AD-B407-7131-D3D13A13B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3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4799-2B34-3DCE-582C-270034D3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6480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26948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  <p:sldLayoutId id="2147483977" r:id="rId15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oceb-2/documents/real-life-bpmn-CamundaOCEB-2-DownloadSection.pdf" TargetMode="External"/><Relationship Id="rId2" Type="http://schemas.openxmlformats.org/officeDocument/2006/relationships/hyperlink" Target="https://www.omg.org/cgi-bin/doc?dtc/10-06-02.pdf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asy-software.com/en/glossary/greenfield-vs-brownfield-approach/#:~:text=The%20Greenfield%20Approach,-With%20this%20strategy&amp;text=The%20greenfield%20strategy%20relies%20on,of%20the%20last%20few%20years." TargetMode="External"/><Relationship Id="rId4" Type="http://schemas.openxmlformats.org/officeDocument/2006/relationships/hyperlink" Target="https://www.omg.org/spec/BPMN/2.0/About-BPMN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400" dirty="0"/>
              <a:t>BPMN Strategic Process Models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David Wyatt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F42F57-4342-4892-B2AD-019DCDCB61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0" tIns="0" rIns="0" bIns="0" anchor="t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526C-CD8E-7850-9280-748C4B2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1E986-E028-709B-31F0-58EA9B8CE9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Strategic Process Model</a:t>
            </a:r>
          </a:p>
          <a:p>
            <a:r>
              <a:rPr lang="en-GB" dirty="0"/>
              <a:t>Strategic vs Operational Planning</a:t>
            </a:r>
          </a:p>
          <a:p>
            <a:r>
              <a:rPr lang="en-GB" dirty="0"/>
              <a:t>Strategic Process – Purpose and Benefits</a:t>
            </a:r>
          </a:p>
          <a:p>
            <a:r>
              <a:rPr lang="en-US" dirty="0"/>
              <a:t>Strategic model aims</a:t>
            </a:r>
          </a:p>
          <a:p>
            <a:r>
              <a:rPr lang="en-GB" dirty="0"/>
              <a:t>Model Requirements</a:t>
            </a:r>
          </a:p>
          <a:p>
            <a:r>
              <a:rPr lang="en-GB" dirty="0"/>
              <a:t>Strategic Process – Procedure</a:t>
            </a:r>
          </a:p>
          <a:p>
            <a:r>
              <a:rPr lang="en-US" dirty="0"/>
              <a:t>Strategic Process Model – Lifecycle</a:t>
            </a:r>
          </a:p>
          <a:p>
            <a:r>
              <a:rPr lang="en-US" dirty="0"/>
              <a:t>In Strategic Process Model</a:t>
            </a:r>
          </a:p>
          <a:p>
            <a:pPr lvl="1"/>
            <a:r>
              <a:rPr lang="en-GB" dirty="0"/>
              <a:t>Happy Path</a:t>
            </a:r>
          </a:p>
          <a:p>
            <a:pPr lvl="1"/>
            <a:r>
              <a:rPr lang="en-GB" dirty="0"/>
              <a:t>Gateways</a:t>
            </a:r>
          </a:p>
          <a:p>
            <a:pPr lvl="1"/>
            <a:r>
              <a:rPr lang="en-GB" dirty="0"/>
              <a:t>Events and Event Based Gateways</a:t>
            </a:r>
          </a:p>
          <a:p>
            <a:r>
              <a:rPr lang="en-GB" dirty="0"/>
              <a:t>Conversation</a:t>
            </a:r>
          </a:p>
          <a:p>
            <a:r>
              <a:rPr lang="en-GB" dirty="0"/>
              <a:t>Choreography</a:t>
            </a:r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771767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Strategic Process Model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Strategic Process Model</a:t>
            </a:r>
          </a:p>
        </p:txBody>
      </p:sp>
      <p:pic>
        <p:nvPicPr>
          <p:cNvPr id="4" name="Picture 3" descr="Strategic Process Model">
            <a:extLst>
              <a:ext uri="{FF2B5EF4-FFF2-40B4-BE49-F238E27FC236}">
                <a16:creationId xmlns:a16="http://schemas.microsoft.com/office/drawing/2014/main" id="{667F7938-1223-8607-A8D3-CCE1853B8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9" y="1700809"/>
            <a:ext cx="7756559" cy="42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Strategic vs Operational Planning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400" dirty="0"/>
              <a:t>Strategic Planning</a:t>
            </a:r>
          </a:p>
          <a:p>
            <a:pPr lvl="1"/>
            <a:r>
              <a:rPr lang="en-GB" sz="2400" dirty="0"/>
              <a:t>Is concentrated towards attaining the long-term objectives of business. </a:t>
            </a:r>
          </a:p>
          <a:p>
            <a:endParaRPr lang="en-GB" sz="2400" dirty="0"/>
          </a:p>
          <a:p>
            <a:r>
              <a:rPr lang="en-GB" sz="2400" dirty="0"/>
              <a:t>Operational planning</a:t>
            </a:r>
          </a:p>
          <a:p>
            <a:pPr lvl="1"/>
            <a:r>
              <a:rPr lang="en-GB" sz="2400" dirty="0"/>
              <a:t>Is done to achieve short-term objectives of the company.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7D6E210-490D-42F8-BFAC-D4AE9BF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0526963"/>
              </p:ext>
            </p:extLst>
          </p:nvPr>
        </p:nvGraphicFramePr>
        <p:xfrm>
          <a:off x="4501901" y="1700807"/>
          <a:ext cx="4424538" cy="3667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229718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F5C5991-0881-E321-F2A0-EDB7F750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Real-world comparison: restaurant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315200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Strategic: customer orders → kitchen prepares → order delivered → customer receives meal.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Operational: waiter logs order → POS sends ticket → chef checks ticket → ingredients prepared → etc.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Both views can be useful, but they answer different questions.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Strategic modelling deliberately keeps the picture compact.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A simple definition of “Process”</a:t>
            </a:r>
            <a:endParaRPr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315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latin typeface="+mn-lt"/>
              </a:rPr>
              <a:t>A process is a sequence of activities that moves from a trigger towards an outcome.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latin typeface="+mn-lt"/>
              </a:rPr>
              <a:t>Example: </a:t>
            </a:r>
            <a:endParaRPr lang="en-GB" sz="2400" dirty="0">
              <a:latin typeface="+mn-lt"/>
            </a:endParaRPr>
          </a:p>
          <a:p>
            <a:pPr lvl="1" indent="0">
              <a:spcAft>
                <a:spcPts val="900"/>
              </a:spcAft>
              <a:buClr>
                <a:srgbClr val="199DAC"/>
              </a:buClr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latin typeface="+mn-lt"/>
              </a:rPr>
              <a:t>food delivery → order received → food prepared → delivery → customer receives meal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latin typeface="+mn-lt"/>
              </a:rPr>
              <a:t>A strategic model does not show every tiny action.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latin typeface="+mn-lt"/>
              </a:rPr>
              <a:t>It gives a clear, compact picture people can discuss.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Strategic Process – Purpose and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128793" cy="4608512"/>
          </a:xfrm>
        </p:spPr>
        <p:txBody>
          <a:bodyPr/>
          <a:lstStyle/>
          <a:p>
            <a:r>
              <a:rPr lang="en-GB" sz="2400" dirty="0"/>
              <a:t>Depict a process from start to end at the strategic level.</a:t>
            </a:r>
          </a:p>
          <a:p>
            <a:r>
              <a:rPr lang="en-GB" sz="2400" dirty="0"/>
              <a:t>Must be </a:t>
            </a:r>
          </a:p>
          <a:p>
            <a:pPr lvl="1"/>
            <a:r>
              <a:rPr lang="en-GB" sz="2400" dirty="0"/>
              <a:t>Compact</a:t>
            </a:r>
          </a:p>
          <a:p>
            <a:pPr lvl="1"/>
            <a:r>
              <a:rPr lang="en-GB" sz="2400" dirty="0"/>
              <a:t>Readily comprehensible</a:t>
            </a:r>
          </a:p>
          <a:p>
            <a:pPr lvl="1"/>
            <a:r>
              <a:rPr lang="en-GB" sz="2400" dirty="0"/>
              <a:t>Include information on computer systems and/or human task.</a:t>
            </a:r>
          </a:p>
          <a:p>
            <a:endParaRPr lang="en-GB" sz="2400" dirty="0"/>
          </a:p>
          <a:p>
            <a:endParaRPr lang="en-GB" sz="2400"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816754F-6543-B51A-0ECA-1337CA3ECF4D}"/>
              </a:ext>
            </a:extLst>
          </p:cNvPr>
          <p:cNvSpPr/>
          <p:nvPr/>
        </p:nvSpPr>
        <p:spPr>
          <a:xfrm>
            <a:off x="1117101" y="5459754"/>
            <a:ext cx="7128792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1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sz="1200" b="1" dirty="0">
                <a:solidFill>
                  <a:srgbClr val="232B30"/>
                </a:solidFill>
                <a:latin typeface="Aptos"/>
              </a:rPr>
              <a:t>Which audience is a strategic-model most useful for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92824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Strategic model aims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To clarify what is and is not part of a process.</a:t>
            </a:r>
          </a:p>
          <a:p>
            <a:r>
              <a:rPr lang="en-GB" sz="2400" dirty="0"/>
              <a:t>To identify resources for a process and assign responsibilities.</a:t>
            </a:r>
          </a:p>
          <a:p>
            <a:r>
              <a:rPr lang="en-GB" sz="2400" dirty="0"/>
              <a:t>To identify key performance indicators and specify their characteristics.</a:t>
            </a:r>
          </a:p>
          <a:p>
            <a:r>
              <a:rPr lang="en-GB" sz="2400" dirty="0"/>
              <a:t>An example KPI may be that a process has a maximum run time of 24 hours.</a:t>
            </a:r>
          </a:p>
          <a:p>
            <a:r>
              <a:rPr lang="en-GB" sz="2400" dirty="0"/>
              <a:t>To review a process initially in the course of an improvement action.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1575858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Model Requirements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Must be comprehensible</a:t>
            </a:r>
          </a:p>
          <a:p>
            <a:r>
              <a:rPr lang="en-GB" sz="2400" dirty="0"/>
              <a:t>Clear who the customer of the process is</a:t>
            </a:r>
          </a:p>
          <a:p>
            <a:r>
              <a:rPr lang="en-GB" sz="2400" dirty="0"/>
              <a:t>Single sheet of standard-sized office paper</a:t>
            </a:r>
          </a:p>
          <a:p>
            <a:r>
              <a:rPr lang="en-GB" sz="2400" dirty="0"/>
              <a:t>Limit to (Subjective and can vary)</a:t>
            </a:r>
          </a:p>
          <a:p>
            <a:pPr lvl="1"/>
            <a:r>
              <a:rPr lang="en-GB" sz="2400" dirty="0"/>
              <a:t>10 or fewer flow objects </a:t>
            </a:r>
          </a:p>
          <a:p>
            <a:pPr lvl="1"/>
            <a:r>
              <a:rPr lang="en-GB" sz="2400" dirty="0"/>
              <a:t>No more than 8 artifacts</a:t>
            </a:r>
          </a:p>
          <a:p>
            <a:pPr lvl="1"/>
            <a:r>
              <a:rPr lang="en-GB" sz="2400" dirty="0"/>
              <a:t>No compensation events or multiple-instance tasks</a:t>
            </a:r>
          </a:p>
          <a:p>
            <a:r>
              <a:rPr lang="en-GB" sz="2400" dirty="0"/>
              <a:t>Make the syntax as correct as possible, but allow inconsistent semantics if necessary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38028984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Strategic Process - Procedure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sz="2400" dirty="0"/>
              <a:t>We model strategic processes</a:t>
            </a:r>
          </a:p>
          <a:p>
            <a:pPr marL="541020" lvl="1" indent="-274320"/>
            <a:r>
              <a:rPr lang="en-GB" sz="2400" dirty="0">
                <a:ea typeface="Tahoma"/>
                <a:cs typeface="Tahoma"/>
              </a:rPr>
              <a:t>After the initial process-discovery</a:t>
            </a:r>
          </a:p>
          <a:p>
            <a:pPr marL="541020" lvl="1" indent="-274320"/>
            <a:r>
              <a:rPr lang="en-GB" sz="2400" dirty="0">
                <a:ea typeface="Tahoma"/>
                <a:cs typeface="Tahoma"/>
              </a:rPr>
              <a:t>When we have a general idea of an existing process</a:t>
            </a:r>
          </a:p>
          <a:p>
            <a:pPr marL="541020" lvl="1" indent="-274320"/>
            <a:r>
              <a:rPr lang="en-GB" sz="2400" dirty="0">
                <a:ea typeface="Tahoma"/>
                <a:cs typeface="Tahoma"/>
              </a:rPr>
              <a:t>At the beginning of process design</a:t>
            </a:r>
          </a:p>
          <a:p>
            <a:pPr marL="541020" lvl="1" indent="-274320"/>
            <a:r>
              <a:rPr lang="en-GB" sz="2400" dirty="0">
                <a:ea typeface="Tahoma"/>
                <a:cs typeface="Tahoma"/>
              </a:rPr>
              <a:t>Configuring the new or improved process</a:t>
            </a:r>
          </a:p>
          <a:p>
            <a:r>
              <a:rPr lang="en-GB" sz="2400" dirty="0"/>
              <a:t>Never attempt to model a process in a greenfield approach</a:t>
            </a:r>
          </a:p>
          <a:p>
            <a:pPr lvl="1"/>
            <a:r>
              <a:rPr lang="en-GB" sz="2400" dirty="0"/>
              <a:t>Do not try to account for every contingency and any possible variation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60669720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Strategic Process Model - Lifecycle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6B6F4-291A-58A1-02C8-94BDCCBA1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44" y="1605439"/>
            <a:ext cx="8613261" cy="456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1595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918EA-96F1-1D7E-9613-06166B35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1B61-9D7A-ABE0-91E2-CAAE922A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Case Study</a:t>
            </a:r>
            <a:br>
              <a:rPr lang="en-GB" dirty="0"/>
            </a:br>
            <a:r>
              <a:rPr lang="en-GB" sz="1800" dirty="0"/>
              <a:t>Recruiting Process — from story to strategic BPMN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105284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Case Study : Recruiting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When </a:t>
            </a:r>
            <a:r>
              <a:rPr lang="en-GB" sz="2400" dirty="0">
                <a:solidFill>
                  <a:srgbClr val="FF0000"/>
                </a:solidFill>
              </a:rPr>
              <a:t>a department </a:t>
            </a:r>
            <a:r>
              <a:rPr lang="en-GB" sz="2400" dirty="0"/>
              <a:t>wants to </a:t>
            </a:r>
            <a:r>
              <a:rPr lang="en-GB" sz="2400" dirty="0">
                <a:solidFill>
                  <a:srgbClr val="FF0000"/>
                </a:solidFill>
              </a:rPr>
              <a:t>fill a vacancy</a:t>
            </a:r>
            <a:r>
              <a:rPr lang="en-GB" sz="2400" dirty="0"/>
              <a:t>, the manager </a:t>
            </a:r>
            <a:r>
              <a:rPr lang="en-GB" sz="2400" dirty="0">
                <a:solidFill>
                  <a:srgbClr val="FF0000"/>
                </a:solidFill>
              </a:rPr>
              <a:t>notifies</a:t>
            </a:r>
            <a:r>
              <a:rPr lang="en-GB" sz="2400" dirty="0"/>
              <a:t> me by email. We </a:t>
            </a:r>
            <a:r>
              <a:rPr lang="en-GB" sz="2400" dirty="0">
                <a:solidFill>
                  <a:srgbClr val="FF0000"/>
                </a:solidFill>
              </a:rPr>
              <a:t>post the job </a:t>
            </a:r>
            <a:r>
              <a:rPr lang="en-GB" sz="2400" dirty="0"/>
              <a:t>and wait for </a:t>
            </a:r>
            <a:r>
              <a:rPr lang="en-GB" sz="2400" dirty="0">
                <a:solidFill>
                  <a:srgbClr val="FF0000"/>
                </a:solidFill>
              </a:rPr>
              <a:t>appropriate applications</a:t>
            </a:r>
            <a:r>
              <a:rPr lang="en-GB" sz="2400" dirty="0"/>
              <a:t>. We </a:t>
            </a:r>
            <a:r>
              <a:rPr lang="en-GB" sz="2400" dirty="0">
                <a:solidFill>
                  <a:srgbClr val="FF0000"/>
                </a:solidFill>
              </a:rPr>
              <a:t>check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2400" dirty="0"/>
              <a:t>the applications, select a candidate, and </a:t>
            </a:r>
            <a:r>
              <a:rPr lang="en-GB" sz="2400" dirty="0">
                <a:solidFill>
                  <a:srgbClr val="FF0000"/>
                </a:solidFill>
              </a:rPr>
              <a:t>fill the position</a:t>
            </a:r>
            <a:r>
              <a:rPr lang="en-GB" sz="2400" dirty="0"/>
              <a:t>. Essentially, our job is done if the selected candidate </a:t>
            </a:r>
            <a:r>
              <a:rPr lang="en-GB" sz="2400" dirty="0">
                <a:solidFill>
                  <a:srgbClr val="FF0000"/>
                </a:solidFill>
              </a:rPr>
              <a:t>signs</a:t>
            </a:r>
            <a:r>
              <a:rPr lang="en-GB" sz="2400" dirty="0"/>
              <a:t> an employment contract, even though we have not yet recorded his or her information in the personnel files</a:t>
            </a:r>
          </a:p>
          <a:p>
            <a:endParaRPr lang="en-GB" sz="2400"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9FBE798D-AAFE-045A-5568-3460A78C1279}"/>
              </a:ext>
            </a:extLst>
          </p:cNvPr>
          <p:cNvSpPr/>
          <p:nvPr/>
        </p:nvSpPr>
        <p:spPr>
          <a:xfrm>
            <a:off x="929209" y="5319213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2</a:t>
            </a:r>
            <a:r>
              <a:rPr dirty="0"/>
              <a:t> Open text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dirty="0"/>
              <a:t>What triggers the recruiting process?</a:t>
            </a:r>
          </a:p>
        </p:txBody>
      </p:sp>
    </p:spTree>
    <p:extLst>
      <p:ext uri="{BB962C8B-B14F-4D97-AF65-F5344CB8AC3E}">
        <p14:creationId xmlns:p14="http://schemas.microsoft.com/office/powerpoint/2010/main" val="4232429810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A4958242-2864-69C1-51B3-BD0470CB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Recruiting process - simple strategic view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DDAEEA2-A4A6-5644-BF75-F18FB26119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6642368"/>
              </p:ext>
            </p:extLst>
          </p:nvPr>
        </p:nvGraphicFramePr>
        <p:xfrm>
          <a:off x="1296194" y="1700808"/>
          <a:ext cx="6551612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Case Study : Recruiting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We can now extract the following key data</a:t>
            </a:r>
          </a:p>
          <a:p>
            <a:endParaRPr lang="en-US" sz="2400" dirty="0"/>
          </a:p>
          <a:p>
            <a:pPr lvl="1"/>
            <a:r>
              <a:rPr lang="en-US" sz="2400" dirty="0"/>
              <a:t>The process is triggered by a department’s requirement to fill a vacancy.</a:t>
            </a:r>
          </a:p>
          <a:p>
            <a:pPr lvl="1"/>
            <a:r>
              <a:rPr lang="en-US" sz="2400" dirty="0"/>
              <a:t>A job is posted, applicants apply, applications are checked, and the vacancy is filled.</a:t>
            </a:r>
          </a:p>
          <a:p>
            <a:pPr lvl="1"/>
            <a:r>
              <a:rPr lang="en-US" sz="2400" dirty="0"/>
              <a:t>The process has reached its target when the vacancy is filled, in other words, when an employment contract is signed</a:t>
            </a:r>
            <a:br>
              <a:rPr lang="en-US" sz="2400" dirty="0"/>
            </a:br>
            <a:endParaRPr lang="en-US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823469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Case Study : Recruiting Process (initial attempt)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F5F02-162D-3416-BF84-8C3980B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2" y="1700809"/>
            <a:ext cx="8645015" cy="417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13882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C90F3-87FB-A86D-B767-9FC2EE07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Case Study : Recruiting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23D0F-9CE0-0C22-7823-7AA2B246A8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560841" cy="4608512"/>
          </a:xfrm>
        </p:spPr>
        <p:txBody>
          <a:bodyPr lIns="0" tIns="0" rIns="0" bIns="0" anchor="t"/>
          <a:lstStyle/>
          <a:p>
            <a:r>
              <a:rPr lang="en-GB" sz="2400" dirty="0"/>
              <a:t>Limitations and shortcomings of previous diagram</a:t>
            </a:r>
          </a:p>
          <a:p>
            <a:pPr lvl="1"/>
            <a:r>
              <a:rPr lang="en-GB" sz="2400" dirty="0"/>
              <a:t>It is not a clear, syntactically correct solution</a:t>
            </a:r>
          </a:p>
          <a:p>
            <a:pPr marL="541020" lvl="1" indent="-274320"/>
            <a:r>
              <a:rPr lang="en-GB" sz="2400">
                <a:ea typeface="Tahoma"/>
                <a:cs typeface="Tahoma"/>
              </a:rPr>
              <a:t>The job applications involve the requesting department as well as Human Resources </a:t>
            </a:r>
            <a:r>
              <a:rPr lang="mr-IN" sz="2400" dirty="0">
                <a:ea typeface="Tahoma"/>
              </a:rPr>
              <a:t>–</a:t>
            </a:r>
            <a:r>
              <a:rPr lang="en-GB" sz="2400" dirty="0">
                <a:ea typeface="Tahoma"/>
                <a:cs typeface="Tahoma"/>
              </a:rPr>
              <a:t> This is not clearly shown</a:t>
            </a:r>
          </a:p>
          <a:p>
            <a:pPr lvl="1"/>
            <a:r>
              <a:rPr lang="en-GB" sz="2400" dirty="0"/>
              <a:t>The applicants are not orchestrated by a conductor</a:t>
            </a:r>
          </a:p>
          <a:p>
            <a:pPr lvl="1"/>
            <a:r>
              <a:rPr lang="en-GB" sz="2400" dirty="0"/>
              <a:t>How does an applicant learn about the vacancy?</a:t>
            </a:r>
          </a:p>
          <a:p>
            <a:pPr lvl="1"/>
            <a:r>
              <a:rPr lang="en-GB" sz="2400" dirty="0"/>
              <a:t>We are waiting for one application instead of several</a:t>
            </a:r>
          </a:p>
          <a:p>
            <a:r>
              <a:rPr lang="en-GB" sz="2400" dirty="0"/>
              <a:t>We design a Strategic Process</a:t>
            </a:r>
          </a:p>
          <a:p>
            <a:pPr lvl="1"/>
            <a:r>
              <a:rPr lang="en-GB" sz="2400" dirty="0"/>
              <a:t>The above can be omitted</a:t>
            </a:r>
          </a:p>
          <a:p>
            <a:pPr lvl="1"/>
            <a:r>
              <a:rPr lang="en-GB" sz="2400" dirty="0"/>
              <a:t>For strategic process models, we usually abstain from using multiple pools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28441714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5515-1017-EB78-59E7-363B5B13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Case Study : Recruiting Process (improved)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4270B-0351-01AE-5563-51D6279B7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228047"/>
            <a:ext cx="6666472" cy="538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3249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7823-215E-A54A-7327-D4F8FC880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Case study: Recruiting Process (using subprocesses)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F6D91-0271-B951-AB07-624A16EC1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27" y="1556792"/>
            <a:ext cx="8608346" cy="4289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5EAD77-8C1B-DF31-4F80-B982E378FA3B}"/>
              </a:ext>
            </a:extLst>
          </p:cNvPr>
          <p:cNvSpPr txBox="1"/>
          <p:nvPr/>
        </p:nvSpPr>
        <p:spPr>
          <a:xfrm>
            <a:off x="2286000" y="310834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F0F2"/>
                </a:solidFill>
                <a:latin typeface="Aptos"/>
              </a:defRPr>
            </a:pPr>
            <a:r>
              <a:rPr lang="en-GB" sz="1800" dirty="0"/>
              <a:t>Recruiting Process — from story to strategic BPMN</a:t>
            </a:r>
          </a:p>
        </p:txBody>
      </p:sp>
    </p:spTree>
    <p:extLst>
      <p:ext uri="{BB962C8B-B14F-4D97-AF65-F5344CB8AC3E}">
        <p14:creationId xmlns:p14="http://schemas.microsoft.com/office/powerpoint/2010/main" val="188519144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71BF-EB54-8FE0-E4D1-E815221E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A465-BD74-4ED0-8BF0-F6C374DA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BPMN Building Blocks</a:t>
            </a:r>
            <a:br>
              <a:rPr lang="en-GB" dirty="0"/>
            </a:br>
            <a:r>
              <a:rPr lang="en-GB" sz="1800" dirty="0"/>
              <a:t>Tasks, sub-processes and gateways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6590701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DF0D864-AF65-C1CD-53DE-6F76CE62A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71" y="692696"/>
            <a:ext cx="7886700" cy="648072"/>
          </a:xfrm>
        </p:spPr>
        <p:txBody>
          <a:bodyPr>
            <a:normAutofit/>
          </a:bodyPr>
          <a:lstStyle/>
          <a:p>
            <a:r>
              <a:rPr lang="en-GB" sz="3200" dirty="0"/>
              <a:t>Tasks and sub-processes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70" y="1547716"/>
            <a:ext cx="7611153" cy="427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Task = a unit of work at the level of detail chosen for the model.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Sub-process = a grouped process that can hide internal detail.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At strategic level, use meaningful business activities rather than technical micro-steps.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Example: </a:t>
            </a:r>
            <a:endParaRPr lang="en-GB" sz="2400" dirty="0">
              <a:solidFill>
                <a:srgbClr val="232B30"/>
              </a:solidFill>
              <a:latin typeface="+mn-lt"/>
            </a:endParaRPr>
          </a:p>
          <a:p>
            <a:pPr marL="798513" lvl="1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200" i="1" dirty="0">
                <a:solidFill>
                  <a:srgbClr val="232B30"/>
                </a:solidFill>
                <a:latin typeface="+mn-lt"/>
              </a:rPr>
              <a:t>Assess application</a:t>
            </a:r>
            <a:r>
              <a:rPr sz="2200" dirty="0">
                <a:solidFill>
                  <a:srgbClr val="232B30"/>
                </a:solidFill>
                <a:latin typeface="+mn-lt"/>
              </a:rPr>
              <a:t> is </a:t>
            </a:r>
            <a:r>
              <a:rPr sz="2200" b="1" dirty="0">
                <a:solidFill>
                  <a:srgbClr val="232B30"/>
                </a:solidFill>
                <a:latin typeface="+mn-lt"/>
              </a:rPr>
              <a:t>strategic</a:t>
            </a:r>
            <a:r>
              <a:rPr sz="2200" dirty="0">
                <a:solidFill>
                  <a:srgbClr val="232B30"/>
                </a:solidFill>
                <a:latin typeface="+mn-lt"/>
              </a:rPr>
              <a:t>; </a:t>
            </a:r>
            <a:endParaRPr lang="en-GB" sz="2200" dirty="0">
              <a:solidFill>
                <a:srgbClr val="232B30"/>
              </a:solidFill>
              <a:latin typeface="+mn-lt"/>
            </a:endParaRPr>
          </a:p>
          <a:p>
            <a:pPr marL="798513" lvl="1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200" i="1" dirty="0">
                <a:solidFill>
                  <a:srgbClr val="232B30"/>
                </a:solidFill>
                <a:latin typeface="+mn-lt"/>
              </a:rPr>
              <a:t>open PDF</a:t>
            </a:r>
            <a:r>
              <a:rPr sz="2200" dirty="0">
                <a:solidFill>
                  <a:srgbClr val="232B30"/>
                </a:solidFill>
                <a:latin typeface="+mn-lt"/>
              </a:rPr>
              <a:t> → </a:t>
            </a:r>
            <a:r>
              <a:rPr sz="2200" i="1" dirty="0">
                <a:solidFill>
                  <a:srgbClr val="232B30"/>
                </a:solidFill>
                <a:latin typeface="+mn-lt"/>
              </a:rPr>
              <a:t>copy email</a:t>
            </a:r>
            <a:r>
              <a:rPr sz="2200" dirty="0">
                <a:solidFill>
                  <a:srgbClr val="232B30"/>
                </a:solidFill>
                <a:latin typeface="+mn-lt"/>
              </a:rPr>
              <a:t> → </a:t>
            </a:r>
            <a:r>
              <a:rPr sz="2200" i="1" dirty="0">
                <a:solidFill>
                  <a:srgbClr val="232B30"/>
                </a:solidFill>
                <a:latin typeface="+mn-lt"/>
              </a:rPr>
              <a:t>paste into</a:t>
            </a:r>
            <a:r>
              <a:rPr lang="en-GB" sz="2200" i="1" dirty="0">
                <a:solidFill>
                  <a:srgbClr val="232B30"/>
                </a:solidFill>
                <a:latin typeface="+mn-lt"/>
              </a:rPr>
              <a:t> </a:t>
            </a:r>
            <a:r>
              <a:rPr sz="2200" i="1" dirty="0">
                <a:solidFill>
                  <a:srgbClr val="232B30"/>
                </a:solidFill>
                <a:latin typeface="+mn-lt"/>
              </a:rPr>
              <a:t>spreadsheet</a:t>
            </a:r>
            <a:r>
              <a:rPr sz="2200" dirty="0">
                <a:solidFill>
                  <a:srgbClr val="232B30"/>
                </a:solidFill>
                <a:latin typeface="+mn-lt"/>
              </a:rPr>
              <a:t> is </a:t>
            </a:r>
            <a:r>
              <a:rPr sz="2200" b="1" dirty="0">
                <a:solidFill>
                  <a:srgbClr val="232B30"/>
                </a:solidFill>
                <a:latin typeface="+mn-lt"/>
              </a:rPr>
              <a:t>operational detail</a:t>
            </a:r>
            <a:r>
              <a:rPr sz="2200" dirty="0">
                <a:solidFill>
                  <a:srgbClr val="232B30"/>
                </a:solidFill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91054EB-BAFC-BF51-85CB-D66EAF63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692696"/>
            <a:ext cx="7886700" cy="648072"/>
          </a:xfrm>
        </p:spPr>
        <p:txBody>
          <a:bodyPr>
            <a:normAutofit fontScale="90000"/>
          </a:bodyPr>
          <a:lstStyle/>
          <a:p>
            <a:r>
              <a:rPr lang="en-GB" dirty="0"/>
              <a:t>Happy path</a:t>
            </a:r>
            <a:br>
              <a:rPr lang="en-GB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484784"/>
            <a:ext cx="7315200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At strategic level, </a:t>
            </a:r>
            <a:r>
              <a:rPr lang="en-GB" sz="2400" dirty="0">
                <a:solidFill>
                  <a:srgbClr val="232B30"/>
                </a:solidFill>
                <a:latin typeface="+mn-lt"/>
              </a:rPr>
              <a:t>we </a:t>
            </a:r>
            <a:r>
              <a:rPr sz="2400" dirty="0">
                <a:solidFill>
                  <a:srgbClr val="232B30"/>
                </a:solidFill>
                <a:latin typeface="+mn-lt"/>
              </a:rPr>
              <a:t>focus on the happy path.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Happy path = the process path and result we would like to see.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Most of the time, the happy path is sufficient.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If a process has genuinely different triggers, multiple paths may be needed.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C703307B-EC71-17AF-116A-13D4E3E13F51}"/>
              </a:ext>
            </a:extLst>
          </p:cNvPr>
          <p:cNvSpPr/>
          <p:nvPr/>
        </p:nvSpPr>
        <p:spPr>
          <a:xfrm>
            <a:off x="914400" y="5085184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3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dirty="0"/>
              <a:t>What is the happy path?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492B6-BC16-192E-B4BB-5F7F705B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Gateways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E6BCE-2518-5173-6EA7-FB62849A5E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87448"/>
            <a:ext cx="7966646" cy="4608512"/>
          </a:xfrm>
        </p:spPr>
        <p:txBody>
          <a:bodyPr lIns="0" tIns="0" rIns="0" bIns="0" anchor="t"/>
          <a:lstStyle/>
          <a:p>
            <a:r>
              <a:rPr lang="en-GB" sz="2400" dirty="0"/>
              <a:t>If a process has different triggers (e.g. customer-driven process) , we model multiple paths.</a:t>
            </a:r>
          </a:p>
          <a:p>
            <a:pPr lvl="1"/>
            <a:r>
              <a:rPr lang="en-GB" sz="2000" dirty="0"/>
              <a:t>Use XOR gateways for splits</a:t>
            </a:r>
          </a:p>
          <a:p>
            <a:pPr lvl="1"/>
            <a:r>
              <a:rPr lang="en-GB" sz="2000" dirty="0"/>
              <a:t>Merge tasks without XOR merge</a:t>
            </a:r>
          </a:p>
          <a:p>
            <a:pPr lvl="1"/>
            <a:r>
              <a:rPr lang="en-GB" sz="2000" dirty="0"/>
              <a:t>Use the AND gateway with no direct exit</a:t>
            </a:r>
          </a:p>
          <a:p>
            <a:pPr lvl="1"/>
            <a:r>
              <a:rPr lang="en-GB" sz="2000" dirty="0"/>
              <a:t>Do not use the OR gateway</a:t>
            </a:r>
          </a:p>
          <a:p>
            <a:pPr lvl="1"/>
            <a:r>
              <a:rPr lang="en-GB" sz="2000" dirty="0"/>
              <a:t>Do not use the complex gateway</a:t>
            </a:r>
          </a:p>
          <a:p>
            <a:endParaRPr lang="en-GB" dirty="0"/>
          </a:p>
        </p:txBody>
      </p:sp>
      <p:pic>
        <p:nvPicPr>
          <p:cNvPr id="4" name="Picture 3" descr="Gates">
            <a:extLst>
              <a:ext uri="{FF2B5EF4-FFF2-40B4-BE49-F238E27FC236}">
                <a16:creationId xmlns:a16="http://schemas.microsoft.com/office/drawing/2014/main" id="{E83EC1AF-72B6-B34B-030D-08761FD1B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254853"/>
            <a:ext cx="4211960" cy="346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31850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100EB8F-15A0-9DFF-62C2-76867D47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05" y="692696"/>
            <a:ext cx="7463790" cy="648072"/>
          </a:xfrm>
        </p:spPr>
        <p:txBody>
          <a:bodyPr>
            <a:normAutofit/>
          </a:bodyPr>
          <a:lstStyle/>
          <a:p>
            <a:r>
              <a:rPr lang="en-GB" sz="3200" dirty="0"/>
              <a:t>XOR gateway — “one route”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576" y="1556792"/>
            <a:ext cx="73152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Example: a customer chooses</a:t>
            </a:r>
            <a:r>
              <a:rPr lang="en-GB" sz="2400" dirty="0">
                <a:solidFill>
                  <a:srgbClr val="232B30"/>
                </a:solidFill>
                <a:latin typeface="+mn-lt"/>
              </a:rPr>
              <a:t> between:</a:t>
            </a:r>
            <a:r>
              <a:rPr sz="2400" dirty="0">
                <a:solidFill>
                  <a:srgbClr val="232B30"/>
                </a:solidFill>
                <a:latin typeface="+mn-lt"/>
              </a:rPr>
              <a:t> </a:t>
            </a:r>
            <a:endParaRPr lang="en-GB" sz="2400" dirty="0">
              <a:solidFill>
                <a:srgbClr val="232B30"/>
              </a:solidFill>
              <a:latin typeface="+mn-lt"/>
            </a:endParaRPr>
          </a:p>
          <a:p>
            <a:pPr marL="798513" lvl="1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a </a:t>
            </a:r>
            <a:r>
              <a:rPr sz="2400" dirty="0">
                <a:solidFill>
                  <a:srgbClr val="232B30"/>
                </a:solidFill>
                <a:latin typeface="+mn-lt"/>
              </a:rPr>
              <a:t>Standard </a:t>
            </a:r>
            <a:r>
              <a:rPr lang="en-GB" sz="2400" u="sng" dirty="0">
                <a:solidFill>
                  <a:srgbClr val="232B30"/>
                </a:solidFill>
                <a:latin typeface="+mn-lt"/>
              </a:rPr>
              <a:t>OR</a:t>
            </a:r>
            <a:r>
              <a:rPr lang="en-GB" sz="2400" dirty="0">
                <a:solidFill>
                  <a:srgbClr val="232B30"/>
                </a:solidFill>
                <a:latin typeface="+mn-lt"/>
              </a:rPr>
              <a:t> an </a:t>
            </a:r>
            <a:r>
              <a:rPr sz="2400" dirty="0">
                <a:solidFill>
                  <a:srgbClr val="232B30"/>
                </a:solidFill>
                <a:latin typeface="+mn-lt"/>
              </a:rPr>
              <a:t>Express delivery.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Only one alternative is selected.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Use XOR to show this exclusive choice.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Keep the reason for the choice understandable at the strategic level.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7372CAD-89DF-4A2A-0C09-B877BDC8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20688"/>
            <a:ext cx="7543750" cy="648072"/>
          </a:xfrm>
        </p:spPr>
        <p:txBody>
          <a:bodyPr>
            <a:normAutofit/>
          </a:bodyPr>
          <a:lstStyle/>
          <a:p>
            <a:r>
              <a:rPr lang="en-GB" sz="3200" dirty="0"/>
              <a:t>AND gateway — “both are needed”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84" y="1484784"/>
            <a:ext cx="7315200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Example: a travel agency books both </a:t>
            </a:r>
            <a:r>
              <a:rPr lang="en-GB" sz="2400" dirty="0">
                <a:solidFill>
                  <a:srgbClr val="232B30"/>
                </a:solidFill>
                <a:latin typeface="+mn-lt"/>
              </a:rPr>
              <a:t>a </a:t>
            </a:r>
            <a:r>
              <a:rPr sz="2400" dirty="0">
                <a:solidFill>
                  <a:srgbClr val="232B30"/>
                </a:solidFill>
                <a:latin typeface="+mn-lt"/>
              </a:rPr>
              <a:t>flight </a:t>
            </a:r>
            <a:r>
              <a:rPr lang="en-GB" sz="2400" u="sng" dirty="0">
                <a:solidFill>
                  <a:srgbClr val="232B30"/>
                </a:solidFill>
                <a:latin typeface="+mn-lt"/>
              </a:rPr>
              <a:t>AND</a:t>
            </a:r>
            <a:r>
              <a:rPr sz="2400" dirty="0">
                <a:solidFill>
                  <a:srgbClr val="232B30"/>
                </a:solidFill>
                <a:latin typeface="+mn-lt"/>
              </a:rPr>
              <a:t> </a:t>
            </a:r>
            <a:r>
              <a:rPr lang="en-GB" sz="2400" dirty="0">
                <a:solidFill>
                  <a:srgbClr val="232B30"/>
                </a:solidFill>
                <a:latin typeface="+mn-lt"/>
              </a:rPr>
              <a:t>a</a:t>
            </a:r>
            <a:r>
              <a:rPr sz="2400" dirty="0">
                <a:solidFill>
                  <a:srgbClr val="232B30"/>
                </a:solidFill>
                <a:latin typeface="+mn-lt"/>
              </a:rPr>
              <a:t> hotel.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The two activities can be performed in parallel.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The process continues after the required parallel work is complete.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Do not use AND simply because two tasks exist — use it when parallel logic matters.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F89AB57-6975-ED7D-B4FA-48330B89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Menti: XOR or AND?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611184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B30"/>
                </a:solidFill>
                <a:latin typeface="Aptos"/>
              </a:defRPr>
            </a:pPr>
            <a:r>
              <a:rPr dirty="0"/>
              <a:t>Scenario A: customer chooses </a:t>
            </a:r>
            <a:r>
              <a:rPr lang="en-GB" dirty="0"/>
              <a:t>between </a:t>
            </a:r>
            <a:r>
              <a:rPr dirty="0"/>
              <a:t>Standard </a:t>
            </a:r>
            <a:r>
              <a:rPr lang="en-GB" dirty="0"/>
              <a:t>and</a:t>
            </a:r>
            <a:r>
              <a:rPr dirty="0"/>
              <a:t> Express delivery.</a:t>
            </a:r>
          </a:p>
          <a:p>
            <a:pPr>
              <a:spcAft>
                <a:spcPts val="900"/>
              </a:spcAft>
              <a:defRPr sz="1900">
                <a:solidFill>
                  <a:srgbClr val="232B30"/>
                </a:solidFill>
                <a:latin typeface="Aptos"/>
              </a:defRPr>
            </a:pPr>
            <a:r>
              <a:rPr dirty="0"/>
              <a:t>Scenario B: travel agency books both flight </a:t>
            </a:r>
            <a:r>
              <a:rPr lang="en-GB" dirty="0"/>
              <a:t>and</a:t>
            </a:r>
            <a:r>
              <a:rPr dirty="0"/>
              <a:t> hotel.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0968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4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dirty="0"/>
              <a:t>Scenario A uses which gateway?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C3021A0E-F84D-2190-1E30-8A197D229A48}"/>
              </a:ext>
            </a:extLst>
          </p:cNvPr>
          <p:cNvSpPr/>
          <p:nvPr/>
        </p:nvSpPr>
        <p:spPr>
          <a:xfrm>
            <a:off x="777240" y="4725144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5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dirty="0"/>
              <a:t>Scenario </a:t>
            </a:r>
            <a:r>
              <a:rPr lang="en-GB" dirty="0"/>
              <a:t>B</a:t>
            </a:r>
            <a:r>
              <a:rPr dirty="0"/>
              <a:t> uses which gateway?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6E6D-EBC5-3921-D7AA-66EEEEEE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E10F-4236-2F8B-3524-150BD338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Events &amp; Information</a:t>
            </a:r>
            <a:br>
              <a:rPr lang="en-GB" dirty="0"/>
            </a:br>
            <a:r>
              <a:rPr lang="en-GB" sz="1800" dirty="0"/>
              <a:t>Start/end events, timers, messages, data and artefacts</a:t>
            </a:r>
            <a:br>
              <a:rPr lang="en-GB" sz="1800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2579171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9DBF-CAE0-BA48-5435-E0467E13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Events and Event Based Gateways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52BD7-27D6-DD42-21DE-A5CA0B6224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488833" cy="3744416"/>
          </a:xfrm>
        </p:spPr>
        <p:txBody>
          <a:bodyPr lIns="0" tIns="0" rIns="0" bIns="0" anchor="t"/>
          <a:lstStyle/>
          <a:p>
            <a:r>
              <a:rPr lang="en-GB" sz="2400" dirty="0"/>
              <a:t>Using start and end events at the strategic level is recommended</a:t>
            </a:r>
          </a:p>
          <a:p>
            <a:r>
              <a:rPr lang="en-GB" sz="2400" dirty="0"/>
              <a:t>Intermediate events often require a little explanation.</a:t>
            </a:r>
          </a:p>
          <a:p>
            <a:r>
              <a:rPr lang="en-GB" sz="2400" dirty="0">
                <a:ea typeface="Tahoma"/>
                <a:cs typeface="Tahoma"/>
              </a:rPr>
              <a:t>None events may be used as start, intermediate, and end events</a:t>
            </a:r>
            <a:endParaRPr lang="en-GB" sz="2400" dirty="0"/>
          </a:p>
          <a:p>
            <a:r>
              <a:rPr lang="en-GB" sz="2400" dirty="0">
                <a:ea typeface="Tahoma"/>
                <a:cs typeface="Tahoma"/>
              </a:rPr>
              <a:t>Message and timer events are virtually self-explanatory and can be used</a:t>
            </a:r>
          </a:p>
          <a:p>
            <a:r>
              <a:rPr lang="en-GB" sz="2400" dirty="0"/>
              <a:t>The conditional event is problematic because people don’t recognize it right away.</a:t>
            </a:r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5814F429-50A1-84C9-178C-39C43CFFFB93}"/>
              </a:ext>
            </a:extLst>
          </p:cNvPr>
          <p:cNvSpPr/>
          <p:nvPr/>
        </p:nvSpPr>
        <p:spPr>
          <a:xfrm>
            <a:off x="986406" y="5589240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6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dirty="0"/>
              <a:t>Which event communicates a waiting period?</a:t>
            </a:r>
          </a:p>
        </p:txBody>
      </p:sp>
    </p:spTree>
    <p:extLst>
      <p:ext uri="{BB962C8B-B14F-4D97-AF65-F5344CB8AC3E}">
        <p14:creationId xmlns:p14="http://schemas.microsoft.com/office/powerpoint/2010/main" val="2587994479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BCD5-0750-CCA2-D012-592F26A8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Events and Event Based Gateways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A5B8B-C019-7FB4-DFD8-8BCF1E86E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84" y="1683958"/>
            <a:ext cx="8533031" cy="433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3867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DC89-4752-3C60-699D-5C050305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Data and Artefacts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8C964-CF81-6FFA-628A-6F712091A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4" y="1680180"/>
            <a:ext cx="8530092" cy="42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352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BCE9-BC71-B126-58CC-8C31C3D3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87AD-148D-9E44-0F08-3CB05EB1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Process Analysis</a:t>
            </a:r>
            <a:br>
              <a:rPr lang="en-GB" dirty="0"/>
            </a:br>
            <a:br>
              <a:rPr lang="en-GB" sz="1800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4798785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4F32-8415-8BC0-DBCF-3DFAE1BE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analysis on the strategic level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56E56-9EC4-1404-CE25-75E3781113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690648"/>
            <a:ext cx="3987369" cy="4618672"/>
          </a:xfrm>
        </p:spPr>
        <p:txBody>
          <a:bodyPr lIns="0" tIns="0" rIns="0" bIns="0" anchor="t"/>
          <a:lstStyle/>
          <a:p>
            <a:r>
              <a:rPr lang="en-GB" sz="2400" dirty="0">
                <a:ea typeface="Tahoma"/>
                <a:cs typeface="Tahoma"/>
              </a:rPr>
              <a:t>Detailed survey to model the actual state of the process at the operational level.</a:t>
            </a:r>
          </a:p>
          <a:p>
            <a:r>
              <a:rPr lang="en-GB" sz="2400" dirty="0">
                <a:ea typeface="Tahoma"/>
                <a:cs typeface="Tahoma"/>
              </a:rPr>
              <a:t>Detailed survey and documentation can be helpful</a:t>
            </a:r>
          </a:p>
          <a:p>
            <a:pPr marL="541020" lvl="1" indent="-274320"/>
            <a:r>
              <a:rPr lang="en-GB" sz="2400" dirty="0">
                <a:ea typeface="Tahoma"/>
                <a:cs typeface="Tahoma"/>
              </a:rPr>
              <a:t>cost to benefit ratio			</a:t>
            </a:r>
          </a:p>
          <a:p>
            <a:r>
              <a:rPr lang="en-GB" sz="2400" dirty="0">
                <a:ea typeface="Tahoma"/>
                <a:cs typeface="Tahoma"/>
              </a:rPr>
              <a:t>Documentation at the strategic level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F59B7-EC5E-98FF-B61D-FCE2E687E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674" y="1899557"/>
            <a:ext cx="4094280" cy="35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97959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E4E7-4C77-9660-647F-E3486CF9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analysis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2A9E4-E662-2B7D-D660-501BCF1DD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4784"/>
            <a:ext cx="7461976" cy="53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06306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B536-6BDA-CAF0-A2B1-B90519C8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9F2E-11AE-E1BA-1CE9-1D4DC2E6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Communication Views</a:t>
            </a:r>
            <a:br>
              <a:rPr lang="en-GB" dirty="0"/>
            </a:br>
            <a:r>
              <a:rPr lang="en-GB" sz="1800" dirty="0"/>
              <a:t>Conversation and choreography</a:t>
            </a:r>
            <a:br>
              <a:rPr lang="en-GB" sz="1800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504057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48C4-2A0D-AE08-7FC1-3F0BF65E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Conversation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CC024-EE0E-ABFB-34EE-8759373FD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4" y="1863060"/>
            <a:ext cx="7776864" cy="41911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D11E99-0DFA-FC17-8A2F-8726379BC056}"/>
              </a:ext>
            </a:extLst>
          </p:cNvPr>
          <p:cNvSpPr txBox="1"/>
          <p:nvPr/>
        </p:nvSpPr>
        <p:spPr>
          <a:xfrm>
            <a:off x="611560" y="1268760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Conversation diagram is good for representing all the parties in a single view. It is not required for a</a:t>
            </a:r>
            <a:r>
              <a:rPr lang="en-GB" dirty="0"/>
              <a:t> strategic process model itself, but it is a useful BPMN view for supporting strategic analysis of interactions between participants.</a:t>
            </a:r>
            <a:endParaRPr lang="en-US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486C3-CF99-3EAC-685F-BB05BDC4F7E2}"/>
              </a:ext>
            </a:extLst>
          </p:cNvPr>
          <p:cNvSpPr txBox="1"/>
          <p:nvPr/>
        </p:nvSpPr>
        <p:spPr>
          <a:xfrm>
            <a:off x="20216" y="6381328"/>
            <a:ext cx="3572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hexagonal symbols represent </a:t>
            </a:r>
            <a:r>
              <a:rPr lang="en-GB" sz="1200" b="1" dirty="0"/>
              <a:t>conversations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0479366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30DB-798C-7450-3D17-B83FC5193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Choreography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991C4-AA4E-6531-C8FC-013AABEA76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1638" y="1412776"/>
            <a:ext cx="7722605" cy="1011108"/>
          </a:xfrm>
        </p:spPr>
        <p:txBody>
          <a:bodyPr/>
          <a:lstStyle/>
          <a:p>
            <a:r>
              <a:rPr lang="en-US" sz="2400" dirty="0"/>
              <a:t>Considers the order of communication</a:t>
            </a:r>
          </a:p>
          <a:p>
            <a:r>
              <a:rPr lang="en-US" sz="2400" dirty="0"/>
              <a:t>It is a mixture of conversation and process diagrams</a:t>
            </a:r>
          </a:p>
          <a:p>
            <a:pPr lvl="1"/>
            <a:r>
              <a:rPr lang="en-GB" sz="2000" dirty="0"/>
              <a:t>A choreography combines the sequential flow of a process with a focus on interactions between participants</a:t>
            </a:r>
            <a:endParaRPr lang="en-US" sz="2000" dirty="0"/>
          </a:p>
          <a:p>
            <a:r>
              <a:rPr lang="en-US" sz="2400" dirty="0"/>
              <a:t>Again, this is not a required part of a strategic model but can be useful as a compact interaction-focused view</a:t>
            </a:r>
          </a:p>
          <a:p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FDB545-7390-F06E-44CB-C1AD3F14C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06" y="3933056"/>
            <a:ext cx="8100392" cy="244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24663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F399-09C6-DBB2-C8D4-A35E65F8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48CC-CD8D-4500-D2F5-F8BC1481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</a:t>
            </a:r>
            <a:br>
              <a:rPr lang="en-GB"/>
            </a:br>
            <a:br>
              <a:rPr lang="en-GB" sz="1800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606627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D4C8-E3E2-AFFE-B7A2-66C062E7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FAD15FD-B3AB-CACD-0D72-9452E68C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40" y="540243"/>
            <a:ext cx="7886700" cy="648072"/>
          </a:xfrm>
        </p:spPr>
        <p:txBody>
          <a:bodyPr>
            <a:normAutofit/>
          </a:bodyPr>
          <a:lstStyle/>
          <a:p>
            <a:r>
              <a:rPr lang="en-GB" sz="3200" dirty="0"/>
              <a:t>Strategic BPMN should: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9E631-D2B3-ABE0-1B09-C726AA496E0C}"/>
              </a:ext>
            </a:extLst>
          </p:cNvPr>
          <p:cNvSpPr txBox="1"/>
          <p:nvPr/>
        </p:nvSpPr>
        <p:spPr>
          <a:xfrm>
            <a:off x="921140" y="1188315"/>
            <a:ext cx="7402016" cy="459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Show the process from trigger to outcome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Focus on meaningful business activities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Remain compact and understandable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Model primarily the happy path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Use sub-processes to hide unnecessary detail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Use gateways only where the logic matters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Show responsibility, important events and key information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lang="en-GB" sz="2400" dirty="0">
                <a:solidFill>
                  <a:srgbClr val="232B30"/>
                </a:solidFill>
                <a:latin typeface="+mn-lt"/>
              </a:rPr>
              <a:t>Support analysis and improvement, not document every operational step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66AD9C-32B7-A344-09AB-DB1ECC29D6D4}"/>
              </a:ext>
            </a:extLst>
          </p:cNvPr>
          <p:cNvSpPr txBox="1"/>
          <p:nvPr/>
        </p:nvSpPr>
        <p:spPr>
          <a:xfrm>
            <a:off x="1227330" y="5965445"/>
            <a:ext cx="6689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+mn-lt"/>
              </a:rPr>
              <a:t>The goal is not to model everything – it is to model enough to understand and discuss the process</a:t>
            </a:r>
          </a:p>
        </p:txBody>
      </p:sp>
    </p:spTree>
    <p:extLst>
      <p:ext uri="{BB962C8B-B14F-4D97-AF65-F5344CB8AC3E}">
        <p14:creationId xmlns:p14="http://schemas.microsoft.com/office/powerpoint/2010/main" val="22343892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3C21-37ED-6884-29A7-B04D7A45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385D2-2067-0887-DB45-181B1669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40" y="540243"/>
            <a:ext cx="7886700" cy="648072"/>
          </a:xfrm>
        </p:spPr>
        <p:txBody>
          <a:bodyPr>
            <a:normAutofit/>
          </a:bodyPr>
          <a:lstStyle/>
          <a:p>
            <a:r>
              <a:rPr lang="en-GB" sz="3200" dirty="0"/>
              <a:t>Choose the right BPMN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8ABCDB-1D50-B8DB-BC94-475AFDB33359}"/>
              </a:ext>
            </a:extLst>
          </p:cNvPr>
          <p:cNvSpPr txBox="1"/>
          <p:nvPr/>
        </p:nvSpPr>
        <p:spPr>
          <a:xfrm>
            <a:off x="1227330" y="5965445"/>
            <a:ext cx="6689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+mn-lt"/>
              </a:rPr>
              <a:t>Different views answer different questions; use the simplest view that communicates what you need.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03BF47-7264-78C3-35F0-8BE7BA64C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002800"/>
              </p:ext>
            </p:extLst>
          </p:nvPr>
        </p:nvGraphicFramePr>
        <p:xfrm>
          <a:off x="922684" y="1412776"/>
          <a:ext cx="7393732" cy="4456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212">
                  <a:extLst>
                    <a:ext uri="{9D8B030D-6E8A-4147-A177-3AD203B41FA5}">
                      <a16:colId xmlns:a16="http://schemas.microsoft.com/office/drawing/2014/main" val="732311101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684804639"/>
                    </a:ext>
                  </a:extLst>
                </a:gridCol>
              </a:tblGrid>
              <a:tr h="6109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Main 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100906"/>
                  </a:ext>
                </a:extLst>
              </a:tr>
              <a:tr h="1099759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Strategic process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What are the major stages from trigger to outcome?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977673"/>
                  </a:ext>
                </a:extLst>
              </a:tr>
              <a:tr h="1099759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Operational process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Exactly how is the work carried out?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684709"/>
                  </a:ext>
                </a:extLst>
              </a:tr>
              <a:tr h="6109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Conversation diagram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Who communicates with whom, and about what?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543576"/>
                  </a:ext>
                </a:extLst>
              </a:tr>
              <a:tr h="61097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Choreography diagram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 what order do participants interact?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783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728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5F8FC2-EE08-F1EE-CEC0-339231332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696"/>
            <a:ext cx="7886700" cy="648072"/>
          </a:xfrm>
        </p:spPr>
        <p:txBody>
          <a:bodyPr>
            <a:normAutofit/>
          </a:bodyPr>
          <a:lstStyle/>
          <a:p>
            <a:r>
              <a:rPr lang="en-GB" sz="3200" dirty="0"/>
              <a:t>Common beginner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28800"/>
            <a:ext cx="7402016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Putting too much technical detail into a strategic model.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Trying to model every exception and contingency.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Using gateways when a simple sequence is enough.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Confusing an activity with a resource/data object.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Forgetting the trigger or target outcome.</a:t>
            </a:r>
          </a:p>
          <a:p>
            <a:pPr marL="342900" indent="-342900">
              <a:spcAft>
                <a:spcPts val="900"/>
              </a:spcAft>
              <a:buClr>
                <a:srgbClr val="199DAC"/>
              </a:buClr>
              <a:buFont typeface="Arial" panose="020B0604020202020204" pitchFamily="34" charset="0"/>
              <a:buChar char="•"/>
              <a:defRPr sz="1900">
                <a:solidFill>
                  <a:srgbClr val="232B30"/>
                </a:solidFill>
                <a:latin typeface="Aptos"/>
              </a:defRPr>
            </a:pPr>
            <a:r>
              <a:rPr sz="2400" dirty="0">
                <a:solidFill>
                  <a:srgbClr val="232B30"/>
                </a:solidFill>
                <a:latin typeface="+mn-lt"/>
              </a:rPr>
              <a:t>Making the diagram too large to explain comfortably.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D575-D43D-1B8A-4D01-46267616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CDA2AF6-0741-CBE1-01D6-21B86CFC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880" y="190655"/>
            <a:ext cx="1944216" cy="648072"/>
          </a:xfrm>
        </p:spPr>
        <p:txBody>
          <a:bodyPr>
            <a:normAutofit/>
          </a:bodyPr>
          <a:lstStyle/>
          <a:p>
            <a:r>
              <a:rPr lang="en-GB" sz="3200" dirty="0"/>
              <a:t>Short Quiz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F1E7CC79-DA4A-235F-55A3-CDEE8C8BEEB0}"/>
              </a:ext>
            </a:extLst>
          </p:cNvPr>
          <p:cNvSpPr/>
          <p:nvPr/>
        </p:nvSpPr>
        <p:spPr>
          <a:xfrm>
            <a:off x="1088156" y="897680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7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dirty="0"/>
              <a:t>At strategic level, what is usually simplified?</a:t>
            </a:r>
            <a:endParaRPr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3E028A92-2B9E-5CC8-1D5C-8FF0E33B666C}"/>
              </a:ext>
            </a:extLst>
          </p:cNvPr>
          <p:cNvSpPr/>
          <p:nvPr/>
        </p:nvSpPr>
        <p:spPr>
          <a:xfrm>
            <a:off x="1088156" y="1884267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8</a:t>
            </a:r>
            <a:r>
              <a:rPr dirty="0"/>
              <a:t> 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dirty="0"/>
              <a:t>A strategic process model should primarily be…</a:t>
            </a:r>
            <a:endParaRPr dirty="0"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43E65012-F8D6-756B-F703-CFB441EA6CC7}"/>
              </a:ext>
            </a:extLst>
          </p:cNvPr>
          <p:cNvSpPr/>
          <p:nvPr/>
        </p:nvSpPr>
        <p:spPr>
          <a:xfrm>
            <a:off x="1090012" y="3848037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10 </a:t>
            </a:r>
            <a:r>
              <a:rPr dirty="0"/>
              <a:t>Multiple choice</a:t>
            </a:r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dirty="0"/>
              <a:t>Which view focuses on the order of communication?</a:t>
            </a:r>
            <a:endParaRPr dirty="0"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ECA32ECF-BEF0-7CCB-E66C-1E840EF2B4A1}"/>
              </a:ext>
            </a:extLst>
          </p:cNvPr>
          <p:cNvSpPr/>
          <p:nvPr/>
        </p:nvSpPr>
        <p:spPr>
          <a:xfrm>
            <a:off x="1090012" y="5814765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12</a:t>
            </a:r>
            <a:r>
              <a:rPr dirty="0"/>
              <a:t> </a:t>
            </a:r>
            <a:r>
              <a:rPr lang="en-GB" dirty="0"/>
              <a:t>Open Text</a:t>
            </a:r>
            <a:endParaRPr dirty="0"/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dirty="0"/>
              <a:t>In one sentence, what is the most important thing you learned today?</a:t>
            </a:r>
            <a:endParaRPr dirty="0"/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4DEC2C3E-42C2-C8FC-BFE7-E1D6EA95E13B}"/>
              </a:ext>
            </a:extLst>
          </p:cNvPr>
          <p:cNvSpPr/>
          <p:nvPr/>
        </p:nvSpPr>
        <p:spPr>
          <a:xfrm>
            <a:off x="1090012" y="4831401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11</a:t>
            </a:r>
            <a:r>
              <a:rPr dirty="0"/>
              <a:t> </a:t>
            </a:r>
            <a:r>
              <a:rPr lang="en-GB" dirty="0"/>
              <a:t>Likert 1-5</a:t>
            </a:r>
            <a:endParaRPr dirty="0"/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dirty="0"/>
              <a:t>How confident are you with strategic BPMN modelling?</a:t>
            </a:r>
            <a:endParaRPr dirty="0"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FC5322BD-BC54-1634-4644-8C7295AA0D22}"/>
              </a:ext>
            </a:extLst>
          </p:cNvPr>
          <p:cNvSpPr/>
          <p:nvPr/>
        </p:nvSpPr>
        <p:spPr>
          <a:xfrm>
            <a:off x="1090012" y="2864673"/>
            <a:ext cx="7315200" cy="868680"/>
          </a:xfrm>
          <a:prstGeom prst="roundRect">
            <a:avLst/>
          </a:prstGeom>
          <a:solidFill>
            <a:srgbClr val="E7F4F5"/>
          </a:solidFill>
          <a:ln>
            <a:solidFill>
              <a:srgbClr val="00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6772"/>
                </a:solidFill>
                <a:latin typeface="Aptos"/>
              </a:defRPr>
            </a:pPr>
            <a:r>
              <a:rPr dirty="0"/>
              <a:t>MENTI </a:t>
            </a:r>
            <a:r>
              <a:rPr lang="en-GB" dirty="0"/>
              <a:t>9 Open Text</a:t>
            </a:r>
            <a:endParaRPr dirty="0"/>
          </a:p>
          <a:p>
            <a:pPr>
              <a:defRPr sz="1200" b="1">
                <a:solidFill>
                  <a:srgbClr val="232B30"/>
                </a:solidFill>
                <a:latin typeface="Aptos"/>
              </a:defRPr>
            </a:pPr>
            <a:r>
              <a:rPr lang="en-GB" dirty="0"/>
              <a:t>What should a strategic model leave out?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23363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8CE0-A6CA-1BFF-FD50-F77D8C03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References and Further Reading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11C71-CB07-ADCF-D3EB-D4245DE79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US" sz="2400" dirty="0"/>
              <a:t>BPMN 2.0 by example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dirty="0">
                <a:hlinkClick r:id="rId2"/>
              </a:rPr>
              <a:t>https://www.omg.org/cgi-bin/doc?dtc/10-06-02.pdf</a:t>
            </a:r>
            <a:r>
              <a:rPr lang="en-US" sz="2400" dirty="0"/>
              <a:t> </a:t>
            </a:r>
          </a:p>
          <a:p>
            <a:r>
              <a:rPr lang="en-US" sz="2400" dirty="0"/>
              <a:t>Real-life BPMN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https://www.omg.org/oceb-2/documents/real-life-bpmn-CamundaOCEB-2-DownloadSection.pdf</a:t>
            </a:r>
            <a:r>
              <a:rPr lang="en-US" sz="2400" dirty="0"/>
              <a:t> </a:t>
            </a:r>
          </a:p>
          <a:p>
            <a:r>
              <a:rPr lang="en-US" sz="2400" dirty="0"/>
              <a:t>BPMN Specification</a:t>
            </a:r>
            <a:br>
              <a:rPr lang="en-US" sz="2400" dirty="0"/>
            </a:br>
            <a:r>
              <a:rPr lang="en-US" sz="2400" dirty="0">
                <a:hlinkClick r:id="rId4"/>
              </a:rPr>
              <a:t>https://www.omg.org/spec/BPMN/2.0/About-BPMN/</a:t>
            </a:r>
          </a:p>
          <a:p>
            <a:r>
              <a:rPr lang="en-US" sz="2400" dirty="0">
                <a:ea typeface="Tahoma"/>
                <a:cs typeface="Tahoma"/>
                <a:hlinkClick r:id="rId5"/>
              </a:rPr>
              <a:t>Green Field Vs Brown Field approach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6765744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0EE76-8E2B-368B-6863-023122CB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7F16-DDFB-DB08-4C2A-BE5E93C8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26" y="5546130"/>
            <a:ext cx="6083524" cy="643275"/>
          </a:xfrm>
        </p:spPr>
        <p:txBody>
          <a:bodyPr>
            <a:normAutofit/>
          </a:bodyPr>
          <a:lstStyle/>
          <a:p>
            <a:pPr algn="ctr"/>
            <a:r>
              <a:rPr lang="en-GB" altLang="en-US" sz="3600" dirty="0"/>
              <a:t>Any questions?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792B8-AB07-ECE2-A5B7-EB87FFA0DB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EE58D-15F6-7CF8-51D5-F3A7AABE1E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Dr David Wyatt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C41372-FB65-EDB9-31A3-E19677E149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FDB7ED-33F3-DFE3-6071-74049D002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22" y="2498124"/>
            <a:ext cx="3048006" cy="304800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FE768E2-D838-F52C-2663-333B8F28EB4E}"/>
              </a:ext>
            </a:extLst>
          </p:cNvPr>
          <p:cNvSpPr txBox="1">
            <a:spLocks/>
          </p:cNvSpPr>
          <p:nvPr/>
        </p:nvSpPr>
        <p:spPr>
          <a:xfrm>
            <a:off x="2203226" y="1698978"/>
            <a:ext cx="6083524" cy="95154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606425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ctr" defTabSz="606425" rtl="0" eaLnBrk="1" fontAlgn="base" hangingPunct="1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609555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1219110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828664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2438218" algn="ctr" defTabSz="609555" rtl="0" eaLnBrk="1" fontAlgn="base" hangingPunct="1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GB" altLang="en-US" dirty="0"/>
              <a:t>Thank you for your attention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041656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52560AC1-BBE7-DA4F-9F42-B907461B0F24}" vid="{5E483FDD-D17B-7F42-8614-BB348032E13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3a4ab234-afbc-41ab-b2db-358d80304e46"/>
    <ds:schemaRef ds:uri="037ba92a-5764-4297-b5f7-6ea117412624"/>
  </ds:schemaRefs>
</ds:datastoreItem>
</file>

<file path=customXml/itemProps3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425</TotalTime>
  <Words>2169</Words>
  <Application>Microsoft Office PowerPoint</Application>
  <PresentationFormat>On-screen Show (4:3)</PresentationFormat>
  <Paragraphs>268</Paragraphs>
  <Slides>43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Arial</vt:lpstr>
      <vt:lpstr>Calibri</vt:lpstr>
      <vt:lpstr>Courier New</vt:lpstr>
      <vt:lpstr>Tahoma</vt:lpstr>
      <vt:lpstr>Custom Design</vt:lpstr>
      <vt:lpstr>BPMN Strategic Process Models  </vt:lpstr>
      <vt:lpstr>Session Plan</vt:lpstr>
      <vt:lpstr>Strategic Process Model</vt:lpstr>
      <vt:lpstr>Strategic vs Operational Planning  </vt:lpstr>
      <vt:lpstr>Real-world comparison: restaurant</vt:lpstr>
      <vt:lpstr>A simple definition of “Process”</vt:lpstr>
      <vt:lpstr>Strategic Process – Purpose and Benefits</vt:lpstr>
      <vt:lpstr>Strategic model aims</vt:lpstr>
      <vt:lpstr>Model Requirements  </vt:lpstr>
      <vt:lpstr>Strategic Process - Procedure</vt:lpstr>
      <vt:lpstr>Strategic Process Model - Lifecycle</vt:lpstr>
      <vt:lpstr>Case Study Recruiting Process — from story to strategic BPMN </vt:lpstr>
      <vt:lpstr>Case Study : Recruiting Process</vt:lpstr>
      <vt:lpstr>Recruiting process - simple strategic view</vt:lpstr>
      <vt:lpstr>Case Study : Recruiting Process</vt:lpstr>
      <vt:lpstr>Case Study : Recruiting Process (initial attempt)</vt:lpstr>
      <vt:lpstr>Case Study : Recruiting Process</vt:lpstr>
      <vt:lpstr>Case Study : Recruiting Process (improved)</vt:lpstr>
      <vt:lpstr>Case study: Recruiting Process (using subprocesses)</vt:lpstr>
      <vt:lpstr>BPMN Building Blocks Tasks, sub-processes and gateways </vt:lpstr>
      <vt:lpstr>Tasks and sub-processes</vt:lpstr>
      <vt:lpstr>Happy path </vt:lpstr>
      <vt:lpstr>Gateways </vt:lpstr>
      <vt:lpstr>XOR gateway — “one route”</vt:lpstr>
      <vt:lpstr>AND gateway — “both are needed”</vt:lpstr>
      <vt:lpstr>Menti: XOR or AND?</vt:lpstr>
      <vt:lpstr>Events &amp; Information Start/end events, timers, messages, data and artefacts  </vt:lpstr>
      <vt:lpstr>Events and Event Based Gateways</vt:lpstr>
      <vt:lpstr>Events and Event Based Gateways</vt:lpstr>
      <vt:lpstr>Data and Artefacts</vt:lpstr>
      <vt:lpstr>Process Analysis   </vt:lpstr>
      <vt:lpstr>Process analysis on the strategic level</vt:lpstr>
      <vt:lpstr>Process analysis</vt:lpstr>
      <vt:lpstr>Communication Views Conversation and choreography  </vt:lpstr>
      <vt:lpstr>Conversation </vt:lpstr>
      <vt:lpstr>Choreography</vt:lpstr>
      <vt:lpstr>Summary   </vt:lpstr>
      <vt:lpstr>Strategic BPMN should:</vt:lpstr>
      <vt:lpstr>Choose the right BPMN view</vt:lpstr>
      <vt:lpstr>Common beginner mistakes</vt:lpstr>
      <vt:lpstr>Short Quiz</vt:lpstr>
      <vt:lpstr>References and Further Reading 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UFCFAF-30-3  Development of Information Systems Projects   BPMN Strategic Process Models  </dc:title>
  <dc:creator>Dilshan Jayatilake</dc:creator>
  <cp:lastModifiedBy>David Wyatt</cp:lastModifiedBy>
  <cp:revision>51</cp:revision>
  <cp:lastPrinted>2016-09-22T10:08:48Z</cp:lastPrinted>
  <dcterms:created xsi:type="dcterms:W3CDTF">2022-11-13T09:36:03Z</dcterms:created>
  <dcterms:modified xsi:type="dcterms:W3CDTF">2026-10-07T05:23:09Z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dlc_DocIdItemGuid">
    <vt:lpwstr>0beaf668-18bc-407e-89e0-ef66d74dcf56</vt:lpwstr>
  </property>
</Properties>
</file>