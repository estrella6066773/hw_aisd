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300" r:id="rId39"/>
  </p:sldIdLst>
  <p:sldSz cx="12192000" cy="6858000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1C92D1-2422-417B-AB8F-A4A1CA903804}" v="3" dt="2026-10-11T15:00:27.1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Wyatt" userId="1b0a4936-1a58-4717-8936-09533ddce9e9" providerId="ADAL" clId="{78B570B4-0A49-41D2-8737-23D6749A7F5B}"/>
    <pc:docChg chg="undo custSel addSld delSld modSld">
      <pc:chgData name="David Wyatt" userId="1b0a4936-1a58-4717-8936-09533ddce9e9" providerId="ADAL" clId="{78B570B4-0A49-41D2-8737-23D6749A7F5B}" dt="2026-10-11T15:00:58.711" v="906" actId="20577"/>
      <pc:docMkLst>
        <pc:docMk/>
      </pc:docMkLst>
      <pc:sldChg chg="modSp mod">
        <pc:chgData name="David Wyatt" userId="1b0a4936-1a58-4717-8936-09533ddce9e9" providerId="ADAL" clId="{78B570B4-0A49-41D2-8737-23D6749A7F5B}" dt="2026-10-11T15:00:58.711" v="906" actId="20577"/>
        <pc:sldMkLst>
          <pc:docMk/>
          <pc:sldMk cId="787058067" sldId="256"/>
        </pc:sldMkLst>
        <pc:spChg chg="mod">
          <ac:chgData name="David Wyatt" userId="1b0a4936-1a58-4717-8936-09533ddce9e9" providerId="ADAL" clId="{78B570B4-0A49-41D2-8737-23D6749A7F5B}" dt="2026-10-11T15:00:58.711" v="906" actId="20577"/>
          <ac:spMkLst>
            <pc:docMk/>
            <pc:sldMk cId="787058067" sldId="256"/>
            <ac:spMk id="4" creationId="{878E4B90-18C7-41E9-BD34-D1B363AEACF3}"/>
          </ac:spMkLst>
        </pc:spChg>
        <pc:spChg chg="mod">
          <ac:chgData name="David Wyatt" userId="1b0a4936-1a58-4717-8936-09533ddce9e9" providerId="ADAL" clId="{78B570B4-0A49-41D2-8737-23D6749A7F5B}" dt="2026-10-11T15:00:38.494" v="897" actId="20577"/>
          <ac:spMkLst>
            <pc:docMk/>
            <pc:sldMk cId="787058067" sldId="256"/>
            <ac:spMk id="6" creationId="{7BCFA513-8BF9-08E6-C2DC-BAEC7ACBD2A8}"/>
          </ac:spMkLst>
        </pc:spChg>
      </pc:sldChg>
      <pc:sldChg chg="delSp mod">
        <pc:chgData name="David Wyatt" userId="1b0a4936-1a58-4717-8936-09533ddce9e9" providerId="ADAL" clId="{78B570B4-0A49-41D2-8737-23D6749A7F5B}" dt="2026-10-11T13:22:42.278" v="214" actId="478"/>
        <pc:sldMkLst>
          <pc:docMk/>
          <pc:sldMk cId="1354766504" sldId="257"/>
        </pc:sldMkLst>
        <pc:spChg chg="del">
          <ac:chgData name="David Wyatt" userId="1b0a4936-1a58-4717-8936-09533ddce9e9" providerId="ADAL" clId="{78B570B4-0A49-41D2-8737-23D6749A7F5B}" dt="2026-10-11T13:22:40.249" v="213" actId="478"/>
          <ac:spMkLst>
            <pc:docMk/>
            <pc:sldMk cId="1354766504" sldId="257"/>
            <ac:spMk id="13" creationId="{29579841-CAA3-4FA4-AF2B-78A0596E7BD4}"/>
          </ac:spMkLst>
        </pc:spChg>
        <pc:spChg chg="del">
          <ac:chgData name="David Wyatt" userId="1b0a4936-1a58-4717-8936-09533ddce9e9" providerId="ADAL" clId="{78B570B4-0A49-41D2-8737-23D6749A7F5B}" dt="2026-10-11T13:22:42.278" v="214" actId="478"/>
          <ac:spMkLst>
            <pc:docMk/>
            <pc:sldMk cId="1354766504" sldId="257"/>
            <ac:spMk id="14" creationId="{229C25A4-192F-4873-8482-B0FD99F6DE09}"/>
          </ac:spMkLst>
        </pc:spChg>
      </pc:sldChg>
      <pc:sldChg chg="delSp mod">
        <pc:chgData name="David Wyatt" userId="1b0a4936-1a58-4717-8936-09533ddce9e9" providerId="ADAL" clId="{78B570B4-0A49-41D2-8737-23D6749A7F5B}" dt="2026-10-11T13:22:37.010" v="212" actId="478"/>
        <pc:sldMkLst>
          <pc:docMk/>
          <pc:sldMk cId="1354766504" sldId="259"/>
        </pc:sldMkLst>
        <pc:spChg chg="del">
          <ac:chgData name="David Wyatt" userId="1b0a4936-1a58-4717-8936-09533ddce9e9" providerId="ADAL" clId="{78B570B4-0A49-41D2-8737-23D6749A7F5B}" dt="2026-10-11T13:22:34.427" v="211" actId="478"/>
          <ac:spMkLst>
            <pc:docMk/>
            <pc:sldMk cId="1354766504" sldId="259"/>
            <ac:spMk id="13" creationId="{C7BF1302-DCCF-4F43-8297-268B199651F8}"/>
          </ac:spMkLst>
        </pc:spChg>
        <pc:spChg chg="del">
          <ac:chgData name="David Wyatt" userId="1b0a4936-1a58-4717-8936-09533ddce9e9" providerId="ADAL" clId="{78B570B4-0A49-41D2-8737-23D6749A7F5B}" dt="2026-10-11T13:22:37.010" v="212" actId="478"/>
          <ac:spMkLst>
            <pc:docMk/>
            <pc:sldMk cId="1354766504" sldId="259"/>
            <ac:spMk id="14" creationId="{803DD69C-3D46-485A-BD87-37CFE8A95056}"/>
          </ac:spMkLst>
        </pc:spChg>
      </pc:sldChg>
      <pc:sldChg chg="addSp delSp modSp mod">
        <pc:chgData name="David Wyatt" userId="1b0a4936-1a58-4717-8936-09533ddce9e9" providerId="ADAL" clId="{78B570B4-0A49-41D2-8737-23D6749A7F5B}" dt="2026-10-11T13:12:32.858" v="150" actId="1076"/>
        <pc:sldMkLst>
          <pc:docMk/>
          <pc:sldMk cId="1354766504" sldId="262"/>
        </pc:sldMkLst>
        <pc:spChg chg="mod">
          <ac:chgData name="David Wyatt" userId="1b0a4936-1a58-4717-8936-09533ddce9e9" providerId="ADAL" clId="{78B570B4-0A49-41D2-8737-23D6749A7F5B}" dt="2026-10-11T13:10:12.777" v="90" actId="1076"/>
          <ac:spMkLst>
            <pc:docMk/>
            <pc:sldMk cId="1354766504" sldId="262"/>
            <ac:spMk id="2" creationId="{360D1B5C-0058-5FAD-8EC6-5DC8827A8D81}"/>
          </ac:spMkLst>
        </pc:spChg>
        <pc:spChg chg="mod">
          <ac:chgData name="David Wyatt" userId="1b0a4936-1a58-4717-8936-09533ddce9e9" providerId="ADAL" clId="{78B570B4-0A49-41D2-8737-23D6749A7F5B}" dt="2026-10-11T13:10:12.777" v="90" actId="1076"/>
          <ac:spMkLst>
            <pc:docMk/>
            <pc:sldMk cId="1354766504" sldId="262"/>
            <ac:spMk id="3" creationId="{880E49CB-83A8-5D14-2880-707A0A4E30C6}"/>
          </ac:spMkLst>
        </pc:spChg>
        <pc:spChg chg="del">
          <ac:chgData name="David Wyatt" userId="1b0a4936-1a58-4717-8936-09533ddce9e9" providerId="ADAL" clId="{78B570B4-0A49-41D2-8737-23D6749A7F5B}" dt="2026-10-10T04:02:24.272" v="1" actId="478"/>
          <ac:spMkLst>
            <pc:docMk/>
            <pc:sldMk cId="1354766504" sldId="262"/>
            <ac:spMk id="4" creationId="{1F0D3784-5D05-4763-BB17-E5ACB6B738B7}"/>
          </ac:spMkLst>
        </pc:spChg>
        <pc:spChg chg="del">
          <ac:chgData name="David Wyatt" userId="1b0a4936-1a58-4717-8936-09533ddce9e9" providerId="ADAL" clId="{78B570B4-0A49-41D2-8737-23D6749A7F5B}" dt="2026-10-10T04:02:22.508" v="0" actId="478"/>
          <ac:spMkLst>
            <pc:docMk/>
            <pc:sldMk cId="1354766504" sldId="262"/>
            <ac:spMk id="6" creationId="{15D24808-B2B6-4A75-ABEB-240DB9D15C7C}"/>
          </ac:spMkLst>
        </pc:spChg>
        <pc:spChg chg="add del">
          <ac:chgData name="David Wyatt" userId="1b0a4936-1a58-4717-8936-09533ddce9e9" providerId="ADAL" clId="{78B570B4-0A49-41D2-8737-23D6749A7F5B}" dt="2026-10-11T13:09:51.052" v="85" actId="22"/>
          <ac:spMkLst>
            <pc:docMk/>
            <pc:sldMk cId="1354766504" sldId="262"/>
            <ac:spMk id="6" creationId="{27BFDA08-CC1B-B528-68D5-52D63CE1C5A6}"/>
          </ac:spMkLst>
        </pc:spChg>
        <pc:spChg chg="mod">
          <ac:chgData name="David Wyatt" userId="1b0a4936-1a58-4717-8936-09533ddce9e9" providerId="ADAL" clId="{78B570B4-0A49-41D2-8737-23D6749A7F5B}" dt="2026-10-11T13:11:50.339" v="144" actId="404"/>
          <ac:spMkLst>
            <pc:docMk/>
            <pc:sldMk cId="1354766504" sldId="262"/>
            <ac:spMk id="8" creationId="{0DFED067-9133-4863-9DB0-AA7FB99A77F7}"/>
          </ac:spMkLst>
        </pc:spChg>
        <pc:spChg chg="mod">
          <ac:chgData name="David Wyatt" userId="1b0a4936-1a58-4717-8936-09533ddce9e9" providerId="ADAL" clId="{78B570B4-0A49-41D2-8737-23D6749A7F5B}" dt="2026-10-11T13:12:13.720" v="147" actId="1076"/>
          <ac:spMkLst>
            <pc:docMk/>
            <pc:sldMk cId="1354766504" sldId="262"/>
            <ac:spMk id="9" creationId="{4D8D8F8C-873A-48E3-AD0A-5A5A4CB69244}"/>
          </ac:spMkLst>
        </pc:spChg>
        <pc:spChg chg="mod">
          <ac:chgData name="David Wyatt" userId="1b0a4936-1a58-4717-8936-09533ddce9e9" providerId="ADAL" clId="{78B570B4-0A49-41D2-8737-23D6749A7F5B}" dt="2026-10-11T13:12:28.458" v="149" actId="1076"/>
          <ac:spMkLst>
            <pc:docMk/>
            <pc:sldMk cId="1354766504" sldId="262"/>
            <ac:spMk id="11" creationId="{B1EA5550-CCC6-4836-8F5B-93C4D5F158BD}"/>
          </ac:spMkLst>
        </pc:spChg>
        <pc:spChg chg="mod">
          <ac:chgData name="David Wyatt" userId="1b0a4936-1a58-4717-8936-09533ddce9e9" providerId="ADAL" clId="{78B570B4-0A49-41D2-8737-23D6749A7F5B}" dt="2026-10-11T13:12:32.858" v="150" actId="1076"/>
          <ac:spMkLst>
            <pc:docMk/>
            <pc:sldMk cId="1354766504" sldId="262"/>
            <ac:spMk id="12" creationId="{B8A8CF99-939D-4365-81D7-87B1917BF10F}"/>
          </ac:spMkLst>
        </pc:spChg>
        <pc:spChg chg="mod">
          <ac:chgData name="David Wyatt" userId="1b0a4936-1a58-4717-8936-09533ddce9e9" providerId="ADAL" clId="{78B570B4-0A49-41D2-8737-23D6749A7F5B}" dt="2026-10-11T13:12:06.451" v="146" actId="1076"/>
          <ac:spMkLst>
            <pc:docMk/>
            <pc:sldMk cId="1354766504" sldId="262"/>
            <ac:spMk id="13" creationId="{6232E8E0-9074-4587-BC75-54F917A3EC13}"/>
          </ac:spMkLst>
        </pc:spChg>
        <pc:spChg chg="add del">
          <ac:chgData name="David Wyatt" userId="1b0a4936-1a58-4717-8936-09533ddce9e9" providerId="ADAL" clId="{78B570B4-0A49-41D2-8737-23D6749A7F5B}" dt="2026-10-11T13:09:51.052" v="85" actId="22"/>
          <ac:spMkLst>
            <pc:docMk/>
            <pc:sldMk cId="1354766504" sldId="262"/>
            <ac:spMk id="15" creationId="{1E9861EB-D69E-701E-0CA4-9462AB4ABCB5}"/>
          </ac:spMkLst>
        </pc:spChg>
        <pc:spChg chg="add del">
          <ac:chgData name="David Wyatt" userId="1b0a4936-1a58-4717-8936-09533ddce9e9" providerId="ADAL" clId="{78B570B4-0A49-41D2-8737-23D6749A7F5B}" dt="2026-10-11T13:09:51.052" v="85" actId="22"/>
          <ac:spMkLst>
            <pc:docMk/>
            <pc:sldMk cId="1354766504" sldId="262"/>
            <ac:spMk id="17" creationId="{0F60F33C-ADFF-565D-A122-EA3B4551035E}"/>
          </ac:spMkLst>
        </pc:spChg>
        <pc:spChg chg="add mod">
          <ac:chgData name="David Wyatt" userId="1b0a4936-1a58-4717-8936-09533ddce9e9" providerId="ADAL" clId="{78B570B4-0A49-41D2-8737-23D6749A7F5B}" dt="2026-10-11T13:12:28.458" v="149" actId="1076"/>
          <ac:spMkLst>
            <pc:docMk/>
            <pc:sldMk cId="1354766504" sldId="262"/>
            <ac:spMk id="19" creationId="{B20E5C4B-6E78-F58C-7EE9-03244C3795AF}"/>
          </ac:spMkLst>
        </pc:spChg>
        <pc:spChg chg="add mod">
          <ac:chgData name="David Wyatt" userId="1b0a4936-1a58-4717-8936-09533ddce9e9" providerId="ADAL" clId="{78B570B4-0A49-41D2-8737-23D6749A7F5B}" dt="2026-10-11T13:12:28.458" v="149" actId="1076"/>
          <ac:spMkLst>
            <pc:docMk/>
            <pc:sldMk cId="1354766504" sldId="262"/>
            <ac:spMk id="21" creationId="{E5845B6C-0189-BB4C-1736-B53B193D7819}"/>
          </ac:spMkLst>
        </pc:spChg>
        <pc:spChg chg="add mod">
          <ac:chgData name="David Wyatt" userId="1b0a4936-1a58-4717-8936-09533ddce9e9" providerId="ADAL" clId="{78B570B4-0A49-41D2-8737-23D6749A7F5B}" dt="2026-10-11T13:12:00.986" v="145" actId="1076"/>
          <ac:spMkLst>
            <pc:docMk/>
            <pc:sldMk cId="1354766504" sldId="262"/>
            <ac:spMk id="23" creationId="{7DC4B703-24E3-B38A-DB98-85838E828DB9}"/>
          </ac:spMkLst>
        </pc:spChg>
        <pc:spChg chg="add mod">
          <ac:chgData name="David Wyatt" userId="1b0a4936-1a58-4717-8936-09533ddce9e9" providerId="ADAL" clId="{78B570B4-0A49-41D2-8737-23D6749A7F5B}" dt="2026-10-11T13:12:00.986" v="145" actId="1076"/>
          <ac:spMkLst>
            <pc:docMk/>
            <pc:sldMk cId="1354766504" sldId="262"/>
            <ac:spMk id="25" creationId="{17872C6B-4340-2BF6-8FBE-A8F78E716F2C}"/>
          </ac:spMkLst>
        </pc:spChg>
      </pc:sldChg>
      <pc:sldChg chg="delSp mod">
        <pc:chgData name="David Wyatt" userId="1b0a4936-1a58-4717-8936-09533ddce9e9" providerId="ADAL" clId="{78B570B4-0A49-41D2-8737-23D6749A7F5B}" dt="2026-10-10T04:02:29.728" v="3" actId="478"/>
        <pc:sldMkLst>
          <pc:docMk/>
          <pc:sldMk cId="1354766504" sldId="263"/>
        </pc:sldMkLst>
        <pc:spChg chg="del">
          <ac:chgData name="David Wyatt" userId="1b0a4936-1a58-4717-8936-09533ddce9e9" providerId="ADAL" clId="{78B570B4-0A49-41D2-8737-23D6749A7F5B}" dt="2026-10-10T04:02:29.728" v="3" actId="478"/>
          <ac:spMkLst>
            <pc:docMk/>
            <pc:sldMk cId="1354766504" sldId="263"/>
            <ac:spMk id="4" creationId="{1F0D3784-5D05-4763-BB17-E5ACB6B738B7}"/>
          </ac:spMkLst>
        </pc:spChg>
        <pc:spChg chg="del">
          <ac:chgData name="David Wyatt" userId="1b0a4936-1a58-4717-8936-09533ddce9e9" providerId="ADAL" clId="{78B570B4-0A49-41D2-8737-23D6749A7F5B}" dt="2026-10-10T04:02:27.302" v="2" actId="478"/>
          <ac:spMkLst>
            <pc:docMk/>
            <pc:sldMk cId="1354766504" sldId="263"/>
            <ac:spMk id="6" creationId="{285B8FB8-F315-4ECB-98AC-95B82C991D4B}"/>
          </ac:spMkLst>
        </pc:spChg>
      </pc:sldChg>
      <pc:sldChg chg="addSp delSp modSp mod">
        <pc:chgData name="David Wyatt" userId="1b0a4936-1a58-4717-8936-09533ddce9e9" providerId="ADAL" clId="{78B570B4-0A49-41D2-8737-23D6749A7F5B}" dt="2026-10-11T13:21:54.425" v="207" actId="113"/>
        <pc:sldMkLst>
          <pc:docMk/>
          <pc:sldMk cId="1354766504" sldId="264"/>
        </pc:sldMkLst>
        <pc:spChg chg="add mod">
          <ac:chgData name="David Wyatt" userId="1b0a4936-1a58-4717-8936-09533ddce9e9" providerId="ADAL" clId="{78B570B4-0A49-41D2-8737-23D6749A7F5B}" dt="2026-10-11T13:19:08.828" v="156" actId="164"/>
          <ac:spMkLst>
            <pc:docMk/>
            <pc:sldMk cId="1354766504" sldId="264"/>
            <ac:spMk id="2" creationId="{1A14EFD0-DF86-FC06-10CA-82F313C2AEA2}"/>
          </ac:spMkLst>
        </pc:spChg>
        <pc:spChg chg="del">
          <ac:chgData name="David Wyatt" userId="1b0a4936-1a58-4717-8936-09533ddce9e9" providerId="ADAL" clId="{78B570B4-0A49-41D2-8737-23D6749A7F5B}" dt="2026-10-10T04:02:35.026" v="5" actId="478"/>
          <ac:spMkLst>
            <pc:docMk/>
            <pc:sldMk cId="1354766504" sldId="264"/>
            <ac:spMk id="4" creationId="{1F0D3784-5D05-4763-BB17-E5ACB6B738B7}"/>
          </ac:spMkLst>
        </pc:spChg>
        <pc:spChg chg="del">
          <ac:chgData name="David Wyatt" userId="1b0a4936-1a58-4717-8936-09533ddce9e9" providerId="ADAL" clId="{78B570B4-0A49-41D2-8737-23D6749A7F5B}" dt="2026-10-10T04:02:33.413" v="4" actId="478"/>
          <ac:spMkLst>
            <pc:docMk/>
            <pc:sldMk cId="1354766504" sldId="264"/>
            <ac:spMk id="6" creationId="{032AA5FE-6B17-4FFA-9C74-1F57517493C5}"/>
          </ac:spMkLst>
        </pc:spChg>
        <pc:spChg chg="add mod">
          <ac:chgData name="David Wyatt" userId="1b0a4936-1a58-4717-8936-09533ddce9e9" providerId="ADAL" clId="{78B570B4-0A49-41D2-8737-23D6749A7F5B}" dt="2026-10-11T13:20:12.580" v="169" actId="1076"/>
          <ac:spMkLst>
            <pc:docMk/>
            <pc:sldMk cId="1354766504" sldId="264"/>
            <ac:spMk id="6" creationId="{533CD216-E024-2BB7-6069-B55A15ED3189}"/>
          </ac:spMkLst>
        </pc:spChg>
        <pc:spChg chg="mod">
          <ac:chgData name="David Wyatt" userId="1b0a4936-1a58-4717-8936-09533ddce9e9" providerId="ADAL" clId="{78B570B4-0A49-41D2-8737-23D6749A7F5B}" dt="2026-10-11T13:21:54.425" v="207" actId="113"/>
          <ac:spMkLst>
            <pc:docMk/>
            <pc:sldMk cId="1354766504" sldId="264"/>
            <ac:spMk id="8" creationId="{186EE660-7F12-400E-9201-88CDCF5E66AA}"/>
          </ac:spMkLst>
        </pc:spChg>
        <pc:spChg chg="add mod">
          <ac:chgData name="David Wyatt" userId="1b0a4936-1a58-4717-8936-09533ddce9e9" providerId="ADAL" clId="{78B570B4-0A49-41D2-8737-23D6749A7F5B}" dt="2026-10-11T13:20:47.140" v="183" actId="1076"/>
          <ac:spMkLst>
            <pc:docMk/>
            <pc:sldMk cId="1354766504" sldId="264"/>
            <ac:spMk id="10" creationId="{EB6573AB-A77B-2F47-F9C1-EA9AD927651B}"/>
          </ac:spMkLst>
        </pc:spChg>
        <pc:grpChg chg="add mod">
          <ac:chgData name="David Wyatt" userId="1b0a4936-1a58-4717-8936-09533ddce9e9" providerId="ADAL" clId="{78B570B4-0A49-41D2-8737-23D6749A7F5B}" dt="2026-10-11T13:19:53.563" v="167" actId="1076"/>
          <ac:grpSpMkLst>
            <pc:docMk/>
            <pc:sldMk cId="1354766504" sldId="264"/>
            <ac:grpSpMk id="3" creationId="{6DB6377B-9393-FCBE-41B3-7A153338F0CC}"/>
          </ac:grpSpMkLst>
        </pc:grpChg>
        <pc:picChg chg="mod">
          <ac:chgData name="David Wyatt" userId="1b0a4936-1a58-4717-8936-09533ddce9e9" providerId="ADAL" clId="{78B570B4-0A49-41D2-8737-23D6749A7F5B}" dt="2026-10-11T13:19:08.828" v="156" actId="164"/>
          <ac:picMkLst>
            <pc:docMk/>
            <pc:sldMk cId="1354766504" sldId="264"/>
            <ac:picMk id="15" creationId="{00000000-0000-0000-0000-000000000000}"/>
          </ac:picMkLst>
        </pc:picChg>
      </pc:sldChg>
      <pc:sldChg chg="delSp modSp del mod">
        <pc:chgData name="David Wyatt" userId="1b0a4936-1a58-4717-8936-09533ddce9e9" providerId="ADAL" clId="{78B570B4-0A49-41D2-8737-23D6749A7F5B}" dt="2026-10-11T13:22:20.694" v="208" actId="47"/>
        <pc:sldMkLst>
          <pc:docMk/>
          <pc:sldMk cId="1354766504" sldId="265"/>
        </pc:sldMkLst>
        <pc:spChg chg="del">
          <ac:chgData name="David Wyatt" userId="1b0a4936-1a58-4717-8936-09533ddce9e9" providerId="ADAL" clId="{78B570B4-0A49-41D2-8737-23D6749A7F5B}" dt="2026-10-10T04:02:40.271" v="7" actId="478"/>
          <ac:spMkLst>
            <pc:docMk/>
            <pc:sldMk cId="1354766504" sldId="265"/>
            <ac:spMk id="4" creationId="{1F0D3784-5D05-4763-BB17-E5ACB6B738B7}"/>
          </ac:spMkLst>
        </pc:spChg>
        <pc:spChg chg="del">
          <ac:chgData name="David Wyatt" userId="1b0a4936-1a58-4717-8936-09533ddce9e9" providerId="ADAL" clId="{78B570B4-0A49-41D2-8737-23D6749A7F5B}" dt="2026-10-10T04:02:38.350" v="6" actId="478"/>
          <ac:spMkLst>
            <pc:docMk/>
            <pc:sldMk cId="1354766504" sldId="265"/>
            <ac:spMk id="6" creationId="{6FDA59AE-C7C6-44E7-BC86-90D5FEBC3C33}"/>
          </ac:spMkLst>
        </pc:spChg>
        <pc:spChg chg="mod">
          <ac:chgData name="David Wyatt" userId="1b0a4936-1a58-4717-8936-09533ddce9e9" providerId="ADAL" clId="{78B570B4-0A49-41D2-8737-23D6749A7F5B}" dt="2026-10-11T13:21:50.223" v="206" actId="113"/>
          <ac:spMkLst>
            <pc:docMk/>
            <pc:sldMk cId="1354766504" sldId="265"/>
            <ac:spMk id="8" creationId="{767C4895-2770-4964-8F08-8FBDAF72BDF8}"/>
          </ac:spMkLst>
        </pc:spChg>
      </pc:sldChg>
      <pc:sldChg chg="delSp mod">
        <pc:chgData name="David Wyatt" userId="1b0a4936-1a58-4717-8936-09533ddce9e9" providerId="ADAL" clId="{78B570B4-0A49-41D2-8737-23D6749A7F5B}" dt="2026-10-11T13:22:30.266" v="210" actId="478"/>
        <pc:sldMkLst>
          <pc:docMk/>
          <pc:sldMk cId="1354766504" sldId="266"/>
        </pc:sldMkLst>
        <pc:spChg chg="del">
          <ac:chgData name="David Wyatt" userId="1b0a4936-1a58-4717-8936-09533ddce9e9" providerId="ADAL" clId="{78B570B4-0A49-41D2-8737-23D6749A7F5B}" dt="2026-10-10T04:02:45.948" v="9" actId="478"/>
          <ac:spMkLst>
            <pc:docMk/>
            <pc:sldMk cId="1354766504" sldId="266"/>
            <ac:spMk id="4" creationId="{1F0D3784-5D05-4763-BB17-E5ACB6B738B7}"/>
          </ac:spMkLst>
        </pc:spChg>
        <pc:spChg chg="del">
          <ac:chgData name="David Wyatt" userId="1b0a4936-1a58-4717-8936-09533ddce9e9" providerId="ADAL" clId="{78B570B4-0A49-41D2-8737-23D6749A7F5B}" dt="2026-10-10T04:02:44.073" v="8" actId="478"/>
          <ac:spMkLst>
            <pc:docMk/>
            <pc:sldMk cId="1354766504" sldId="266"/>
            <ac:spMk id="6" creationId="{5C61BF46-0F63-4A6D-8C3B-808413411F5C}"/>
          </ac:spMkLst>
        </pc:spChg>
        <pc:spChg chg="del">
          <ac:chgData name="David Wyatt" userId="1b0a4936-1a58-4717-8936-09533ddce9e9" providerId="ADAL" clId="{78B570B4-0A49-41D2-8737-23D6749A7F5B}" dt="2026-10-11T13:22:30.266" v="210" actId="478"/>
          <ac:spMkLst>
            <pc:docMk/>
            <pc:sldMk cId="1354766504" sldId="266"/>
            <ac:spMk id="13" creationId="{7DE6CB01-BA58-4DC8-A3AE-2339486DE1C8}"/>
          </ac:spMkLst>
        </pc:spChg>
        <pc:spChg chg="del">
          <ac:chgData name="David Wyatt" userId="1b0a4936-1a58-4717-8936-09533ddce9e9" providerId="ADAL" clId="{78B570B4-0A49-41D2-8737-23D6749A7F5B}" dt="2026-10-11T13:22:28.137" v="209" actId="478"/>
          <ac:spMkLst>
            <pc:docMk/>
            <pc:sldMk cId="1354766504" sldId="266"/>
            <ac:spMk id="14" creationId="{79D9F5CD-4F13-454B-ABA9-FCE0B4132050}"/>
          </ac:spMkLst>
        </pc:spChg>
      </pc:sldChg>
      <pc:sldChg chg="delSp mod">
        <pc:chgData name="David Wyatt" userId="1b0a4936-1a58-4717-8936-09533ddce9e9" providerId="ADAL" clId="{78B570B4-0A49-41D2-8737-23D6749A7F5B}" dt="2026-10-10T04:02:52.120" v="11" actId="478"/>
        <pc:sldMkLst>
          <pc:docMk/>
          <pc:sldMk cId="1354766504" sldId="267"/>
        </pc:sldMkLst>
        <pc:spChg chg="del">
          <ac:chgData name="David Wyatt" userId="1b0a4936-1a58-4717-8936-09533ddce9e9" providerId="ADAL" clId="{78B570B4-0A49-41D2-8737-23D6749A7F5B}" dt="2026-10-10T04:02:52.120" v="11" actId="478"/>
          <ac:spMkLst>
            <pc:docMk/>
            <pc:sldMk cId="1354766504" sldId="267"/>
            <ac:spMk id="4" creationId="{1F0D3784-5D05-4763-BB17-E5ACB6B738B7}"/>
          </ac:spMkLst>
        </pc:spChg>
        <pc:spChg chg="del">
          <ac:chgData name="David Wyatt" userId="1b0a4936-1a58-4717-8936-09533ddce9e9" providerId="ADAL" clId="{78B570B4-0A49-41D2-8737-23D6749A7F5B}" dt="2026-10-10T04:02:51.082" v="10" actId="478"/>
          <ac:spMkLst>
            <pc:docMk/>
            <pc:sldMk cId="1354766504" sldId="267"/>
            <ac:spMk id="6" creationId="{9212A143-F3A7-4EE5-8235-F7ED3C113FE4}"/>
          </ac:spMkLst>
        </pc:spChg>
      </pc:sldChg>
      <pc:sldChg chg="delSp mod">
        <pc:chgData name="David Wyatt" userId="1b0a4936-1a58-4717-8936-09533ddce9e9" providerId="ADAL" clId="{78B570B4-0A49-41D2-8737-23D6749A7F5B}" dt="2026-10-10T04:02:55.512" v="13" actId="478"/>
        <pc:sldMkLst>
          <pc:docMk/>
          <pc:sldMk cId="1354766504" sldId="268"/>
        </pc:sldMkLst>
        <pc:spChg chg="del">
          <ac:chgData name="David Wyatt" userId="1b0a4936-1a58-4717-8936-09533ddce9e9" providerId="ADAL" clId="{78B570B4-0A49-41D2-8737-23D6749A7F5B}" dt="2026-10-10T04:02:55.512" v="13" actId="478"/>
          <ac:spMkLst>
            <pc:docMk/>
            <pc:sldMk cId="1354766504" sldId="268"/>
            <ac:spMk id="4" creationId="{1F0D3784-5D05-4763-BB17-E5ACB6B738B7}"/>
          </ac:spMkLst>
        </pc:spChg>
        <pc:spChg chg="del">
          <ac:chgData name="David Wyatt" userId="1b0a4936-1a58-4717-8936-09533ddce9e9" providerId="ADAL" clId="{78B570B4-0A49-41D2-8737-23D6749A7F5B}" dt="2026-10-10T04:02:54.524" v="12" actId="478"/>
          <ac:spMkLst>
            <pc:docMk/>
            <pc:sldMk cId="1354766504" sldId="268"/>
            <ac:spMk id="6" creationId="{9E6C5C34-72D9-4EBA-AE11-85B63593A7F7}"/>
          </ac:spMkLst>
        </pc:spChg>
      </pc:sldChg>
      <pc:sldChg chg="delSp modSp mod">
        <pc:chgData name="David Wyatt" userId="1b0a4936-1a58-4717-8936-09533ddce9e9" providerId="ADAL" clId="{78B570B4-0A49-41D2-8737-23D6749A7F5B}" dt="2026-10-10T04:03:00.698" v="16" actId="478"/>
        <pc:sldMkLst>
          <pc:docMk/>
          <pc:sldMk cId="1354766504" sldId="269"/>
        </pc:sldMkLst>
        <pc:spChg chg="del">
          <ac:chgData name="David Wyatt" userId="1b0a4936-1a58-4717-8936-09533ddce9e9" providerId="ADAL" clId="{78B570B4-0A49-41D2-8737-23D6749A7F5B}" dt="2026-10-10T04:03:00.698" v="16" actId="478"/>
          <ac:spMkLst>
            <pc:docMk/>
            <pc:sldMk cId="1354766504" sldId="269"/>
            <ac:spMk id="4" creationId="{1F0D3784-5D05-4763-BB17-E5ACB6B738B7}"/>
          </ac:spMkLst>
        </pc:spChg>
        <pc:spChg chg="del mod">
          <ac:chgData name="David Wyatt" userId="1b0a4936-1a58-4717-8936-09533ddce9e9" providerId="ADAL" clId="{78B570B4-0A49-41D2-8737-23D6749A7F5B}" dt="2026-10-10T04:02:59.743" v="15" actId="478"/>
          <ac:spMkLst>
            <pc:docMk/>
            <pc:sldMk cId="1354766504" sldId="269"/>
            <ac:spMk id="6" creationId="{E0681237-E3AD-4AED-837B-9392127D4B0E}"/>
          </ac:spMkLst>
        </pc:spChg>
      </pc:sldChg>
      <pc:sldChg chg="delSp mod">
        <pc:chgData name="David Wyatt" userId="1b0a4936-1a58-4717-8936-09533ddce9e9" providerId="ADAL" clId="{78B570B4-0A49-41D2-8737-23D6749A7F5B}" dt="2026-10-10T04:03:06.339" v="18" actId="478"/>
        <pc:sldMkLst>
          <pc:docMk/>
          <pc:sldMk cId="1354766504" sldId="270"/>
        </pc:sldMkLst>
        <pc:spChg chg="del">
          <ac:chgData name="David Wyatt" userId="1b0a4936-1a58-4717-8936-09533ddce9e9" providerId="ADAL" clId="{78B570B4-0A49-41D2-8737-23D6749A7F5B}" dt="2026-10-10T04:03:05.171" v="17" actId="478"/>
          <ac:spMkLst>
            <pc:docMk/>
            <pc:sldMk cId="1354766504" sldId="270"/>
            <ac:spMk id="4" creationId="{1F0D3784-5D05-4763-BB17-E5ACB6B738B7}"/>
          </ac:spMkLst>
        </pc:spChg>
        <pc:spChg chg="del">
          <ac:chgData name="David Wyatt" userId="1b0a4936-1a58-4717-8936-09533ddce9e9" providerId="ADAL" clId="{78B570B4-0A49-41D2-8737-23D6749A7F5B}" dt="2026-10-10T04:03:06.339" v="18" actId="478"/>
          <ac:spMkLst>
            <pc:docMk/>
            <pc:sldMk cId="1354766504" sldId="270"/>
            <ac:spMk id="6" creationId="{DCD3A22C-788A-4E52-83A7-6E9F772F4A4C}"/>
          </ac:spMkLst>
        </pc:spChg>
      </pc:sldChg>
      <pc:sldChg chg="delSp mod">
        <pc:chgData name="David Wyatt" userId="1b0a4936-1a58-4717-8936-09533ddce9e9" providerId="ADAL" clId="{78B570B4-0A49-41D2-8737-23D6749A7F5B}" dt="2026-10-10T04:03:10.886" v="20" actId="478"/>
        <pc:sldMkLst>
          <pc:docMk/>
          <pc:sldMk cId="1354766504" sldId="271"/>
        </pc:sldMkLst>
        <pc:spChg chg="del">
          <ac:chgData name="David Wyatt" userId="1b0a4936-1a58-4717-8936-09533ddce9e9" providerId="ADAL" clId="{78B570B4-0A49-41D2-8737-23D6749A7F5B}" dt="2026-10-10T04:03:10.886" v="20" actId="478"/>
          <ac:spMkLst>
            <pc:docMk/>
            <pc:sldMk cId="1354766504" sldId="271"/>
            <ac:spMk id="4" creationId="{1F0D3784-5D05-4763-BB17-E5ACB6B738B7}"/>
          </ac:spMkLst>
        </pc:spChg>
        <pc:spChg chg="del">
          <ac:chgData name="David Wyatt" userId="1b0a4936-1a58-4717-8936-09533ddce9e9" providerId="ADAL" clId="{78B570B4-0A49-41D2-8737-23D6749A7F5B}" dt="2026-10-10T04:03:09.746" v="19" actId="478"/>
          <ac:spMkLst>
            <pc:docMk/>
            <pc:sldMk cId="1354766504" sldId="271"/>
            <ac:spMk id="6" creationId="{8C162FC7-194E-4C84-8BE3-4E8D1FEE63BE}"/>
          </ac:spMkLst>
        </pc:spChg>
      </pc:sldChg>
      <pc:sldChg chg="delSp mod">
        <pc:chgData name="David Wyatt" userId="1b0a4936-1a58-4717-8936-09533ddce9e9" providerId="ADAL" clId="{78B570B4-0A49-41D2-8737-23D6749A7F5B}" dt="2026-10-10T04:03:17.110" v="22" actId="478"/>
        <pc:sldMkLst>
          <pc:docMk/>
          <pc:sldMk cId="1354766504" sldId="272"/>
        </pc:sldMkLst>
        <pc:spChg chg="del">
          <ac:chgData name="David Wyatt" userId="1b0a4936-1a58-4717-8936-09533ddce9e9" providerId="ADAL" clId="{78B570B4-0A49-41D2-8737-23D6749A7F5B}" dt="2026-10-10T04:03:17.110" v="22" actId="478"/>
          <ac:spMkLst>
            <pc:docMk/>
            <pc:sldMk cId="1354766504" sldId="272"/>
            <ac:spMk id="4" creationId="{1F0D3784-5D05-4763-BB17-E5ACB6B738B7}"/>
          </ac:spMkLst>
        </pc:spChg>
        <pc:spChg chg="del">
          <ac:chgData name="David Wyatt" userId="1b0a4936-1a58-4717-8936-09533ddce9e9" providerId="ADAL" clId="{78B570B4-0A49-41D2-8737-23D6749A7F5B}" dt="2026-10-10T04:03:14.472" v="21" actId="478"/>
          <ac:spMkLst>
            <pc:docMk/>
            <pc:sldMk cId="1354766504" sldId="272"/>
            <ac:spMk id="6" creationId="{DC373A8B-0776-4F16-A969-7F876D1D4A13}"/>
          </ac:spMkLst>
        </pc:spChg>
      </pc:sldChg>
      <pc:sldChg chg="delSp mod">
        <pc:chgData name="David Wyatt" userId="1b0a4936-1a58-4717-8936-09533ddce9e9" providerId="ADAL" clId="{78B570B4-0A49-41D2-8737-23D6749A7F5B}" dt="2026-10-11T13:23:10.668" v="216" actId="478"/>
        <pc:sldMkLst>
          <pc:docMk/>
          <pc:sldMk cId="1354766504" sldId="273"/>
        </pc:sldMkLst>
        <pc:spChg chg="del">
          <ac:chgData name="David Wyatt" userId="1b0a4936-1a58-4717-8936-09533ddce9e9" providerId="ADAL" clId="{78B570B4-0A49-41D2-8737-23D6749A7F5B}" dt="2026-10-10T04:03:24.063" v="24" actId="478"/>
          <ac:spMkLst>
            <pc:docMk/>
            <pc:sldMk cId="1354766504" sldId="273"/>
            <ac:spMk id="4" creationId="{1F0D3784-5D05-4763-BB17-E5ACB6B738B7}"/>
          </ac:spMkLst>
        </pc:spChg>
        <pc:spChg chg="del">
          <ac:chgData name="David Wyatt" userId="1b0a4936-1a58-4717-8936-09533ddce9e9" providerId="ADAL" clId="{78B570B4-0A49-41D2-8737-23D6749A7F5B}" dt="2026-10-10T04:03:21.831" v="23" actId="478"/>
          <ac:spMkLst>
            <pc:docMk/>
            <pc:sldMk cId="1354766504" sldId="273"/>
            <ac:spMk id="6" creationId="{DE5E9D24-8DFB-4EAE-A516-F4CEF0B9DE54}"/>
          </ac:spMkLst>
        </pc:spChg>
        <pc:spChg chg="del">
          <ac:chgData name="David Wyatt" userId="1b0a4936-1a58-4717-8936-09533ddce9e9" providerId="ADAL" clId="{78B570B4-0A49-41D2-8737-23D6749A7F5B}" dt="2026-10-11T13:23:10.668" v="216" actId="478"/>
          <ac:spMkLst>
            <pc:docMk/>
            <pc:sldMk cId="1354766504" sldId="273"/>
            <ac:spMk id="13" creationId="{1FB2EF9B-9EEF-47D4-BF8F-90FD37F25285}"/>
          </ac:spMkLst>
        </pc:spChg>
        <pc:spChg chg="del">
          <ac:chgData name="David Wyatt" userId="1b0a4936-1a58-4717-8936-09533ddce9e9" providerId="ADAL" clId="{78B570B4-0A49-41D2-8737-23D6749A7F5B}" dt="2026-10-11T13:23:09.298" v="215" actId="478"/>
          <ac:spMkLst>
            <pc:docMk/>
            <pc:sldMk cId="1354766504" sldId="273"/>
            <ac:spMk id="14" creationId="{DE96EC26-26CF-4507-A368-991EF219CC02}"/>
          </ac:spMkLst>
        </pc:spChg>
      </pc:sldChg>
      <pc:sldChg chg="delSp modSp mod">
        <pc:chgData name="David Wyatt" userId="1b0a4936-1a58-4717-8936-09533ddce9e9" providerId="ADAL" clId="{78B570B4-0A49-41D2-8737-23D6749A7F5B}" dt="2026-10-10T04:03:31.200" v="27" actId="478"/>
        <pc:sldMkLst>
          <pc:docMk/>
          <pc:sldMk cId="1354766504" sldId="274"/>
        </pc:sldMkLst>
        <pc:spChg chg="del">
          <ac:chgData name="David Wyatt" userId="1b0a4936-1a58-4717-8936-09533ddce9e9" providerId="ADAL" clId="{78B570B4-0A49-41D2-8737-23D6749A7F5B}" dt="2026-10-10T04:03:31.200" v="27" actId="478"/>
          <ac:spMkLst>
            <pc:docMk/>
            <pc:sldMk cId="1354766504" sldId="274"/>
            <ac:spMk id="4" creationId="{1F0D3784-5D05-4763-BB17-E5ACB6B738B7}"/>
          </ac:spMkLst>
        </pc:spChg>
        <pc:spChg chg="del mod">
          <ac:chgData name="David Wyatt" userId="1b0a4936-1a58-4717-8936-09533ddce9e9" providerId="ADAL" clId="{78B570B4-0A49-41D2-8737-23D6749A7F5B}" dt="2026-10-10T04:03:29.028" v="26" actId="478"/>
          <ac:spMkLst>
            <pc:docMk/>
            <pc:sldMk cId="1354766504" sldId="274"/>
            <ac:spMk id="6" creationId="{0CDDA4AF-7D04-438B-8803-CE7EC7232BF5}"/>
          </ac:spMkLst>
        </pc:spChg>
      </pc:sldChg>
      <pc:sldChg chg="delSp mod">
        <pc:chgData name="David Wyatt" userId="1b0a4936-1a58-4717-8936-09533ddce9e9" providerId="ADAL" clId="{78B570B4-0A49-41D2-8737-23D6749A7F5B}" dt="2026-10-10T04:03:37.274" v="29" actId="478"/>
        <pc:sldMkLst>
          <pc:docMk/>
          <pc:sldMk cId="1354766504" sldId="275"/>
        </pc:sldMkLst>
        <pc:spChg chg="del">
          <ac:chgData name="David Wyatt" userId="1b0a4936-1a58-4717-8936-09533ddce9e9" providerId="ADAL" clId="{78B570B4-0A49-41D2-8737-23D6749A7F5B}" dt="2026-10-10T04:03:37.274" v="29" actId="478"/>
          <ac:spMkLst>
            <pc:docMk/>
            <pc:sldMk cId="1354766504" sldId="275"/>
            <ac:spMk id="4" creationId="{1F0D3784-5D05-4763-BB17-E5ACB6B738B7}"/>
          </ac:spMkLst>
        </pc:spChg>
        <pc:spChg chg="del">
          <ac:chgData name="David Wyatt" userId="1b0a4936-1a58-4717-8936-09533ddce9e9" providerId="ADAL" clId="{78B570B4-0A49-41D2-8737-23D6749A7F5B}" dt="2026-10-10T04:03:35.452" v="28" actId="478"/>
          <ac:spMkLst>
            <pc:docMk/>
            <pc:sldMk cId="1354766504" sldId="275"/>
            <ac:spMk id="6" creationId="{F2E69A60-B2F9-4DC2-9F9B-5AFE8DE459AC}"/>
          </ac:spMkLst>
        </pc:spChg>
      </pc:sldChg>
      <pc:sldChg chg="delSp mod">
        <pc:chgData name="David Wyatt" userId="1b0a4936-1a58-4717-8936-09533ddce9e9" providerId="ADAL" clId="{78B570B4-0A49-41D2-8737-23D6749A7F5B}" dt="2026-10-10T04:03:42.736" v="31" actId="478"/>
        <pc:sldMkLst>
          <pc:docMk/>
          <pc:sldMk cId="1354766504" sldId="276"/>
        </pc:sldMkLst>
        <pc:spChg chg="del">
          <ac:chgData name="David Wyatt" userId="1b0a4936-1a58-4717-8936-09533ddce9e9" providerId="ADAL" clId="{78B570B4-0A49-41D2-8737-23D6749A7F5B}" dt="2026-10-10T04:03:42.736" v="31" actId="478"/>
          <ac:spMkLst>
            <pc:docMk/>
            <pc:sldMk cId="1354766504" sldId="276"/>
            <ac:spMk id="4" creationId="{1F0D3784-5D05-4763-BB17-E5ACB6B738B7}"/>
          </ac:spMkLst>
        </pc:spChg>
        <pc:spChg chg="del">
          <ac:chgData name="David Wyatt" userId="1b0a4936-1a58-4717-8936-09533ddce9e9" providerId="ADAL" clId="{78B570B4-0A49-41D2-8737-23D6749A7F5B}" dt="2026-10-10T04:03:40.491" v="30" actId="478"/>
          <ac:spMkLst>
            <pc:docMk/>
            <pc:sldMk cId="1354766504" sldId="276"/>
            <ac:spMk id="6" creationId="{1FCF0D9B-CA38-4464-BB6F-1EBAFEFD4339}"/>
          </ac:spMkLst>
        </pc:spChg>
      </pc:sldChg>
      <pc:sldChg chg="delSp mod">
        <pc:chgData name="David Wyatt" userId="1b0a4936-1a58-4717-8936-09533ddce9e9" providerId="ADAL" clId="{78B570B4-0A49-41D2-8737-23D6749A7F5B}" dt="2026-10-10T04:03:46.922" v="33" actId="478"/>
        <pc:sldMkLst>
          <pc:docMk/>
          <pc:sldMk cId="1354766504" sldId="277"/>
        </pc:sldMkLst>
        <pc:spChg chg="del">
          <ac:chgData name="David Wyatt" userId="1b0a4936-1a58-4717-8936-09533ddce9e9" providerId="ADAL" clId="{78B570B4-0A49-41D2-8737-23D6749A7F5B}" dt="2026-10-10T04:03:46.922" v="33" actId="478"/>
          <ac:spMkLst>
            <pc:docMk/>
            <pc:sldMk cId="1354766504" sldId="277"/>
            <ac:spMk id="4" creationId="{1F0D3784-5D05-4763-BB17-E5ACB6B738B7}"/>
          </ac:spMkLst>
        </pc:spChg>
        <pc:spChg chg="del">
          <ac:chgData name="David Wyatt" userId="1b0a4936-1a58-4717-8936-09533ddce9e9" providerId="ADAL" clId="{78B570B4-0A49-41D2-8737-23D6749A7F5B}" dt="2026-10-10T04:03:45.630" v="32" actId="478"/>
          <ac:spMkLst>
            <pc:docMk/>
            <pc:sldMk cId="1354766504" sldId="277"/>
            <ac:spMk id="6" creationId="{D9EDF57A-D030-4767-A18D-9988E4ABE167}"/>
          </ac:spMkLst>
        </pc:spChg>
      </pc:sldChg>
      <pc:sldChg chg="delSp mod">
        <pc:chgData name="David Wyatt" userId="1b0a4936-1a58-4717-8936-09533ddce9e9" providerId="ADAL" clId="{78B570B4-0A49-41D2-8737-23D6749A7F5B}" dt="2026-10-10T04:03:53.939" v="35" actId="478"/>
        <pc:sldMkLst>
          <pc:docMk/>
          <pc:sldMk cId="1354766504" sldId="278"/>
        </pc:sldMkLst>
        <pc:spChg chg="del">
          <ac:chgData name="David Wyatt" userId="1b0a4936-1a58-4717-8936-09533ddce9e9" providerId="ADAL" clId="{78B570B4-0A49-41D2-8737-23D6749A7F5B}" dt="2026-10-10T04:03:53.939" v="35" actId="478"/>
          <ac:spMkLst>
            <pc:docMk/>
            <pc:sldMk cId="1354766504" sldId="278"/>
            <ac:spMk id="4" creationId="{1F0D3784-5D05-4763-BB17-E5ACB6B738B7}"/>
          </ac:spMkLst>
        </pc:spChg>
        <pc:spChg chg="del">
          <ac:chgData name="David Wyatt" userId="1b0a4936-1a58-4717-8936-09533ddce9e9" providerId="ADAL" clId="{78B570B4-0A49-41D2-8737-23D6749A7F5B}" dt="2026-10-10T04:03:51.689" v="34" actId="478"/>
          <ac:spMkLst>
            <pc:docMk/>
            <pc:sldMk cId="1354766504" sldId="278"/>
            <ac:spMk id="6" creationId="{80D47707-0F0A-4AAB-8124-C5863E33C5BC}"/>
          </ac:spMkLst>
        </pc:spChg>
      </pc:sldChg>
      <pc:sldChg chg="delSp mod">
        <pc:chgData name="David Wyatt" userId="1b0a4936-1a58-4717-8936-09533ddce9e9" providerId="ADAL" clId="{78B570B4-0A49-41D2-8737-23D6749A7F5B}" dt="2026-10-11T13:23:52.990" v="218" actId="478"/>
        <pc:sldMkLst>
          <pc:docMk/>
          <pc:sldMk cId="1354766504" sldId="279"/>
        </pc:sldMkLst>
        <pc:spChg chg="del">
          <ac:chgData name="David Wyatt" userId="1b0a4936-1a58-4717-8936-09533ddce9e9" providerId="ADAL" clId="{78B570B4-0A49-41D2-8737-23D6749A7F5B}" dt="2026-10-10T04:03:59.079" v="37" actId="478"/>
          <ac:spMkLst>
            <pc:docMk/>
            <pc:sldMk cId="1354766504" sldId="279"/>
            <ac:spMk id="4" creationId="{1F0D3784-5D05-4763-BB17-E5ACB6B738B7}"/>
          </ac:spMkLst>
        </pc:spChg>
        <pc:spChg chg="del">
          <ac:chgData name="David Wyatt" userId="1b0a4936-1a58-4717-8936-09533ddce9e9" providerId="ADAL" clId="{78B570B4-0A49-41D2-8737-23D6749A7F5B}" dt="2026-10-10T04:03:56.833" v="36" actId="478"/>
          <ac:spMkLst>
            <pc:docMk/>
            <pc:sldMk cId="1354766504" sldId="279"/>
            <ac:spMk id="6" creationId="{1289E7F9-286F-4119-9B1A-CDE7A7E47124}"/>
          </ac:spMkLst>
        </pc:spChg>
        <pc:spChg chg="del">
          <ac:chgData name="David Wyatt" userId="1b0a4936-1a58-4717-8936-09533ddce9e9" providerId="ADAL" clId="{78B570B4-0A49-41D2-8737-23D6749A7F5B}" dt="2026-10-11T13:23:52.990" v="218" actId="478"/>
          <ac:spMkLst>
            <pc:docMk/>
            <pc:sldMk cId="1354766504" sldId="279"/>
            <ac:spMk id="13" creationId="{B127427A-B6CA-4104-A8F5-B6EB19DC8B02}"/>
          </ac:spMkLst>
        </pc:spChg>
        <pc:spChg chg="del">
          <ac:chgData name="David Wyatt" userId="1b0a4936-1a58-4717-8936-09533ddce9e9" providerId="ADAL" clId="{78B570B4-0A49-41D2-8737-23D6749A7F5B}" dt="2026-10-11T13:23:51.269" v="217" actId="478"/>
          <ac:spMkLst>
            <pc:docMk/>
            <pc:sldMk cId="1354766504" sldId="279"/>
            <ac:spMk id="14" creationId="{6173DDC4-C3B2-4694-93C0-4AF3AD8F12E7}"/>
          </ac:spMkLst>
        </pc:spChg>
      </pc:sldChg>
      <pc:sldChg chg="delSp mod">
        <pc:chgData name="David Wyatt" userId="1b0a4936-1a58-4717-8936-09533ddce9e9" providerId="ADAL" clId="{78B570B4-0A49-41D2-8737-23D6749A7F5B}" dt="2026-10-10T04:04:02.787" v="39" actId="478"/>
        <pc:sldMkLst>
          <pc:docMk/>
          <pc:sldMk cId="1354766504" sldId="280"/>
        </pc:sldMkLst>
        <pc:spChg chg="del">
          <ac:chgData name="David Wyatt" userId="1b0a4936-1a58-4717-8936-09533ddce9e9" providerId="ADAL" clId="{78B570B4-0A49-41D2-8737-23D6749A7F5B}" dt="2026-10-10T04:04:02.787" v="39" actId="478"/>
          <ac:spMkLst>
            <pc:docMk/>
            <pc:sldMk cId="1354766504" sldId="280"/>
            <ac:spMk id="4" creationId="{1F0D3784-5D05-4763-BB17-E5ACB6B738B7}"/>
          </ac:spMkLst>
        </pc:spChg>
        <pc:spChg chg="del">
          <ac:chgData name="David Wyatt" userId="1b0a4936-1a58-4717-8936-09533ddce9e9" providerId="ADAL" clId="{78B570B4-0A49-41D2-8737-23D6749A7F5B}" dt="2026-10-10T04:04:01.624" v="38" actId="478"/>
          <ac:spMkLst>
            <pc:docMk/>
            <pc:sldMk cId="1354766504" sldId="280"/>
            <ac:spMk id="6" creationId="{FDA0428A-78C6-4F7C-A01E-36B09DD9574A}"/>
          </ac:spMkLst>
        </pc:spChg>
      </pc:sldChg>
      <pc:sldChg chg="delSp modSp mod">
        <pc:chgData name="David Wyatt" userId="1b0a4936-1a58-4717-8936-09533ddce9e9" providerId="ADAL" clId="{78B570B4-0A49-41D2-8737-23D6749A7F5B}" dt="2026-10-11T13:24:12.485" v="222" actId="113"/>
        <pc:sldMkLst>
          <pc:docMk/>
          <pc:sldMk cId="1354766504" sldId="281"/>
        </pc:sldMkLst>
        <pc:spChg chg="del">
          <ac:chgData name="David Wyatt" userId="1b0a4936-1a58-4717-8936-09533ddce9e9" providerId="ADAL" clId="{78B570B4-0A49-41D2-8737-23D6749A7F5B}" dt="2026-10-10T04:04:10.958" v="41" actId="478"/>
          <ac:spMkLst>
            <pc:docMk/>
            <pc:sldMk cId="1354766504" sldId="281"/>
            <ac:spMk id="4" creationId="{1F0D3784-5D05-4763-BB17-E5ACB6B738B7}"/>
          </ac:spMkLst>
        </pc:spChg>
        <pc:spChg chg="del">
          <ac:chgData name="David Wyatt" userId="1b0a4936-1a58-4717-8936-09533ddce9e9" providerId="ADAL" clId="{78B570B4-0A49-41D2-8737-23D6749A7F5B}" dt="2026-10-10T04:04:08.432" v="40" actId="478"/>
          <ac:spMkLst>
            <pc:docMk/>
            <pc:sldMk cId="1354766504" sldId="281"/>
            <ac:spMk id="6" creationId="{CE6F982F-7D2E-4244-8C5F-E28680798486}"/>
          </ac:spMkLst>
        </pc:spChg>
        <pc:spChg chg="mod">
          <ac:chgData name="David Wyatt" userId="1b0a4936-1a58-4717-8936-09533ddce9e9" providerId="ADAL" clId="{78B570B4-0A49-41D2-8737-23D6749A7F5B}" dt="2026-10-11T13:24:12.485" v="222" actId="113"/>
          <ac:spMkLst>
            <pc:docMk/>
            <pc:sldMk cId="1354766504" sldId="281"/>
            <ac:spMk id="8" creationId="{7A424EE3-ABF2-4D71-A168-923DE72096AE}"/>
          </ac:spMkLst>
        </pc:spChg>
      </pc:sldChg>
      <pc:sldChg chg="delSp modSp mod">
        <pc:chgData name="David Wyatt" userId="1b0a4936-1a58-4717-8936-09533ddce9e9" providerId="ADAL" clId="{78B570B4-0A49-41D2-8737-23D6749A7F5B}" dt="2026-10-11T13:25:00.762" v="265" actId="14100"/>
        <pc:sldMkLst>
          <pc:docMk/>
          <pc:sldMk cId="1354766504" sldId="282"/>
        </pc:sldMkLst>
        <pc:spChg chg="del">
          <ac:chgData name="David Wyatt" userId="1b0a4936-1a58-4717-8936-09533ddce9e9" providerId="ADAL" clId="{78B570B4-0A49-41D2-8737-23D6749A7F5B}" dt="2026-10-10T04:04:16.380" v="43" actId="478"/>
          <ac:spMkLst>
            <pc:docMk/>
            <pc:sldMk cId="1354766504" sldId="282"/>
            <ac:spMk id="4" creationId="{1F0D3784-5D05-4763-BB17-E5ACB6B738B7}"/>
          </ac:spMkLst>
        </pc:spChg>
        <pc:spChg chg="del">
          <ac:chgData name="David Wyatt" userId="1b0a4936-1a58-4717-8936-09533ddce9e9" providerId="ADAL" clId="{78B570B4-0A49-41D2-8737-23D6749A7F5B}" dt="2026-10-10T04:04:14.902" v="42" actId="478"/>
          <ac:spMkLst>
            <pc:docMk/>
            <pc:sldMk cId="1354766504" sldId="282"/>
            <ac:spMk id="6" creationId="{1D3CBC11-EF5B-4E32-B334-13A79A14A18E}"/>
          </ac:spMkLst>
        </pc:spChg>
        <pc:spChg chg="mod">
          <ac:chgData name="David Wyatt" userId="1b0a4936-1a58-4717-8936-09533ddce9e9" providerId="ADAL" clId="{78B570B4-0A49-41D2-8737-23D6749A7F5B}" dt="2026-10-11T13:25:00.762" v="265" actId="14100"/>
          <ac:spMkLst>
            <pc:docMk/>
            <pc:sldMk cId="1354766504" sldId="282"/>
            <ac:spMk id="10" creationId="{E0B33DF9-07F0-4455-867E-35B6E3238F3A}"/>
          </ac:spMkLst>
        </pc:spChg>
      </pc:sldChg>
      <pc:sldChg chg="delSp modSp mod">
        <pc:chgData name="David Wyatt" userId="1b0a4936-1a58-4717-8936-09533ddce9e9" providerId="ADAL" clId="{78B570B4-0A49-41D2-8737-23D6749A7F5B}" dt="2026-10-11T13:30:00.414" v="426" actId="6549"/>
        <pc:sldMkLst>
          <pc:docMk/>
          <pc:sldMk cId="1354766504" sldId="283"/>
        </pc:sldMkLst>
        <pc:spChg chg="del">
          <ac:chgData name="David Wyatt" userId="1b0a4936-1a58-4717-8936-09533ddce9e9" providerId="ADAL" clId="{78B570B4-0A49-41D2-8737-23D6749A7F5B}" dt="2026-10-10T04:04:22.311" v="45" actId="478"/>
          <ac:spMkLst>
            <pc:docMk/>
            <pc:sldMk cId="1354766504" sldId="283"/>
            <ac:spMk id="4" creationId="{1F0D3784-5D05-4763-BB17-E5ACB6B738B7}"/>
          </ac:spMkLst>
        </pc:spChg>
        <pc:spChg chg="mod">
          <ac:chgData name="David Wyatt" userId="1b0a4936-1a58-4717-8936-09533ddce9e9" providerId="ADAL" clId="{78B570B4-0A49-41D2-8737-23D6749A7F5B}" dt="2026-10-11T13:29:08.315" v="384" actId="207"/>
          <ac:spMkLst>
            <pc:docMk/>
            <pc:sldMk cId="1354766504" sldId="283"/>
            <ac:spMk id="5" creationId="{43FC7C37-16D7-4408-9EE5-7AA68E45A69E}"/>
          </ac:spMkLst>
        </pc:spChg>
        <pc:spChg chg="del">
          <ac:chgData name="David Wyatt" userId="1b0a4936-1a58-4717-8936-09533ddce9e9" providerId="ADAL" clId="{78B570B4-0A49-41D2-8737-23D6749A7F5B}" dt="2026-10-10T04:04:19.553" v="44" actId="478"/>
          <ac:spMkLst>
            <pc:docMk/>
            <pc:sldMk cId="1354766504" sldId="283"/>
            <ac:spMk id="6" creationId="{98099EFC-F55B-461F-BBA1-CB9B8B3CB0B3}"/>
          </ac:spMkLst>
        </pc:spChg>
        <pc:spChg chg="mod">
          <ac:chgData name="David Wyatt" userId="1b0a4936-1a58-4717-8936-09533ddce9e9" providerId="ADAL" clId="{78B570B4-0A49-41D2-8737-23D6749A7F5B}" dt="2026-10-11T13:30:00.414" v="426" actId="6549"/>
          <ac:spMkLst>
            <pc:docMk/>
            <pc:sldMk cId="1354766504" sldId="283"/>
            <ac:spMk id="8" creationId="{CDABFB0C-4E68-4C52-AA8E-0BC4E2C11817}"/>
          </ac:spMkLst>
        </pc:spChg>
        <pc:picChg chg="mod">
          <ac:chgData name="David Wyatt" userId="1b0a4936-1a58-4717-8936-09533ddce9e9" providerId="ADAL" clId="{78B570B4-0A49-41D2-8737-23D6749A7F5B}" dt="2026-10-11T13:25:40.378" v="269" actId="1076"/>
          <ac:picMkLst>
            <pc:docMk/>
            <pc:sldMk cId="1354766504" sldId="283"/>
            <ac:picMk id="15" creationId="{00000000-0000-0000-0000-000000000000}"/>
          </ac:picMkLst>
        </pc:picChg>
      </pc:sldChg>
      <pc:sldChg chg="delSp modSp mod">
        <pc:chgData name="David Wyatt" userId="1b0a4936-1a58-4717-8936-09533ddce9e9" providerId="ADAL" clId="{78B570B4-0A49-41D2-8737-23D6749A7F5B}" dt="2026-10-11T14:49:36.933" v="713" actId="5793"/>
        <pc:sldMkLst>
          <pc:docMk/>
          <pc:sldMk cId="1354766504" sldId="284"/>
        </pc:sldMkLst>
        <pc:spChg chg="del">
          <ac:chgData name="David Wyatt" userId="1b0a4936-1a58-4717-8936-09533ddce9e9" providerId="ADAL" clId="{78B570B4-0A49-41D2-8737-23D6749A7F5B}" dt="2026-10-10T04:04:27.558" v="48" actId="478"/>
          <ac:spMkLst>
            <pc:docMk/>
            <pc:sldMk cId="1354766504" sldId="284"/>
            <ac:spMk id="4" creationId="{1F0D3784-5D05-4763-BB17-E5ACB6B738B7}"/>
          </ac:spMkLst>
        </pc:spChg>
        <pc:spChg chg="mod">
          <ac:chgData name="David Wyatt" userId="1b0a4936-1a58-4717-8936-09533ddce9e9" providerId="ADAL" clId="{78B570B4-0A49-41D2-8737-23D6749A7F5B}" dt="2026-10-11T13:29:15.802" v="386" actId="207"/>
          <ac:spMkLst>
            <pc:docMk/>
            <pc:sldMk cId="1354766504" sldId="284"/>
            <ac:spMk id="5" creationId="{7F5CF87E-98A8-4F1B-8C1B-8526C8C05493}"/>
          </ac:spMkLst>
        </pc:spChg>
        <pc:spChg chg="del mod">
          <ac:chgData name="David Wyatt" userId="1b0a4936-1a58-4717-8936-09533ddce9e9" providerId="ADAL" clId="{78B570B4-0A49-41D2-8737-23D6749A7F5B}" dt="2026-10-10T04:04:26.439" v="47" actId="478"/>
          <ac:spMkLst>
            <pc:docMk/>
            <pc:sldMk cId="1354766504" sldId="284"/>
            <ac:spMk id="6" creationId="{C9417261-9830-43C7-B0A4-139A8960A3D8}"/>
          </ac:spMkLst>
        </pc:spChg>
        <pc:spChg chg="mod">
          <ac:chgData name="David Wyatt" userId="1b0a4936-1a58-4717-8936-09533ddce9e9" providerId="ADAL" clId="{78B570B4-0A49-41D2-8737-23D6749A7F5B}" dt="2026-10-11T14:49:36.933" v="713" actId="5793"/>
          <ac:spMkLst>
            <pc:docMk/>
            <pc:sldMk cId="1354766504" sldId="284"/>
            <ac:spMk id="8" creationId="{7773E9D0-F7D3-4B04-9265-A7D62E5ED7D4}"/>
          </ac:spMkLst>
        </pc:spChg>
      </pc:sldChg>
      <pc:sldChg chg="delSp modSp mod">
        <pc:chgData name="David Wyatt" userId="1b0a4936-1a58-4717-8936-09533ddce9e9" providerId="ADAL" clId="{78B570B4-0A49-41D2-8737-23D6749A7F5B}" dt="2026-10-11T14:49:49.607" v="714" actId="113"/>
        <pc:sldMkLst>
          <pc:docMk/>
          <pc:sldMk cId="1354766504" sldId="285"/>
        </pc:sldMkLst>
        <pc:spChg chg="del">
          <ac:chgData name="David Wyatt" userId="1b0a4936-1a58-4717-8936-09533ddce9e9" providerId="ADAL" clId="{78B570B4-0A49-41D2-8737-23D6749A7F5B}" dt="2026-10-10T04:04:33.127" v="50" actId="478"/>
          <ac:spMkLst>
            <pc:docMk/>
            <pc:sldMk cId="1354766504" sldId="285"/>
            <ac:spMk id="4" creationId="{1F0D3784-5D05-4763-BB17-E5ACB6B738B7}"/>
          </ac:spMkLst>
        </pc:spChg>
        <pc:spChg chg="del">
          <ac:chgData name="David Wyatt" userId="1b0a4936-1a58-4717-8936-09533ddce9e9" providerId="ADAL" clId="{78B570B4-0A49-41D2-8737-23D6749A7F5B}" dt="2026-10-10T04:04:32.029" v="49" actId="478"/>
          <ac:spMkLst>
            <pc:docMk/>
            <pc:sldMk cId="1354766504" sldId="285"/>
            <ac:spMk id="6" creationId="{2EEBE2E2-0380-448B-9E59-3E088CBDED61}"/>
          </ac:spMkLst>
        </pc:spChg>
        <pc:spChg chg="mod">
          <ac:chgData name="David Wyatt" userId="1b0a4936-1a58-4717-8936-09533ddce9e9" providerId="ADAL" clId="{78B570B4-0A49-41D2-8737-23D6749A7F5B}" dt="2026-10-11T14:49:49.607" v="714" actId="113"/>
          <ac:spMkLst>
            <pc:docMk/>
            <pc:sldMk cId="1354766504" sldId="285"/>
            <ac:spMk id="8" creationId="{A77B4FDD-E1C0-4100-A937-CCE652CD8191}"/>
          </ac:spMkLst>
        </pc:spChg>
      </pc:sldChg>
      <pc:sldChg chg="delSp modSp mod">
        <pc:chgData name="David Wyatt" userId="1b0a4936-1a58-4717-8936-09533ddce9e9" providerId="ADAL" clId="{78B570B4-0A49-41D2-8737-23D6749A7F5B}" dt="2026-10-11T14:51:15.635" v="722" actId="313"/>
        <pc:sldMkLst>
          <pc:docMk/>
          <pc:sldMk cId="1354766504" sldId="286"/>
        </pc:sldMkLst>
        <pc:spChg chg="del">
          <ac:chgData name="David Wyatt" userId="1b0a4936-1a58-4717-8936-09533ddce9e9" providerId="ADAL" clId="{78B570B4-0A49-41D2-8737-23D6749A7F5B}" dt="2026-10-10T04:04:37.869" v="52" actId="478"/>
          <ac:spMkLst>
            <pc:docMk/>
            <pc:sldMk cId="1354766504" sldId="286"/>
            <ac:spMk id="4" creationId="{1F0D3784-5D05-4763-BB17-E5ACB6B738B7}"/>
          </ac:spMkLst>
        </pc:spChg>
        <pc:spChg chg="del">
          <ac:chgData name="David Wyatt" userId="1b0a4936-1a58-4717-8936-09533ddce9e9" providerId="ADAL" clId="{78B570B4-0A49-41D2-8737-23D6749A7F5B}" dt="2026-10-10T04:04:35.904" v="51" actId="478"/>
          <ac:spMkLst>
            <pc:docMk/>
            <pc:sldMk cId="1354766504" sldId="286"/>
            <ac:spMk id="6" creationId="{32358CFB-9B03-448F-AFA7-C85F928492CC}"/>
          </ac:spMkLst>
        </pc:spChg>
        <pc:spChg chg="mod">
          <ac:chgData name="David Wyatt" userId="1b0a4936-1a58-4717-8936-09533ddce9e9" providerId="ADAL" clId="{78B570B4-0A49-41D2-8737-23D6749A7F5B}" dt="2026-10-11T14:51:15.635" v="722" actId="313"/>
          <ac:spMkLst>
            <pc:docMk/>
            <pc:sldMk cId="1354766504" sldId="286"/>
            <ac:spMk id="8" creationId="{2E080FE4-9F80-4CC6-A388-255A30C7DC72}"/>
          </ac:spMkLst>
        </pc:spChg>
      </pc:sldChg>
      <pc:sldChg chg="delSp modSp mod">
        <pc:chgData name="David Wyatt" userId="1b0a4936-1a58-4717-8936-09533ddce9e9" providerId="ADAL" clId="{78B570B4-0A49-41D2-8737-23D6749A7F5B}" dt="2026-10-11T14:54:07.178" v="809" actId="15"/>
        <pc:sldMkLst>
          <pc:docMk/>
          <pc:sldMk cId="1354766504" sldId="287"/>
        </pc:sldMkLst>
        <pc:spChg chg="del">
          <ac:chgData name="David Wyatt" userId="1b0a4936-1a58-4717-8936-09533ddce9e9" providerId="ADAL" clId="{78B570B4-0A49-41D2-8737-23D6749A7F5B}" dt="2026-10-10T04:04:43.673" v="54" actId="478"/>
          <ac:spMkLst>
            <pc:docMk/>
            <pc:sldMk cId="1354766504" sldId="287"/>
            <ac:spMk id="4" creationId="{1F0D3784-5D05-4763-BB17-E5ACB6B738B7}"/>
          </ac:spMkLst>
        </pc:spChg>
        <pc:spChg chg="del">
          <ac:chgData name="David Wyatt" userId="1b0a4936-1a58-4717-8936-09533ddce9e9" providerId="ADAL" clId="{78B570B4-0A49-41D2-8737-23D6749A7F5B}" dt="2026-10-10T04:04:40.438" v="53" actId="478"/>
          <ac:spMkLst>
            <pc:docMk/>
            <pc:sldMk cId="1354766504" sldId="287"/>
            <ac:spMk id="6" creationId="{89A56052-D97C-48AE-B3BB-BB1C1708C9B6}"/>
          </ac:spMkLst>
        </pc:spChg>
        <pc:spChg chg="mod">
          <ac:chgData name="David Wyatt" userId="1b0a4936-1a58-4717-8936-09533ddce9e9" providerId="ADAL" clId="{78B570B4-0A49-41D2-8737-23D6749A7F5B}" dt="2026-10-11T14:54:07.178" v="809" actId="15"/>
          <ac:spMkLst>
            <pc:docMk/>
            <pc:sldMk cId="1354766504" sldId="287"/>
            <ac:spMk id="8" creationId="{9035D17F-9F41-4B01-938C-080BD0733FB2}"/>
          </ac:spMkLst>
        </pc:spChg>
      </pc:sldChg>
      <pc:sldChg chg="delSp modSp mod">
        <pc:chgData name="David Wyatt" userId="1b0a4936-1a58-4717-8936-09533ddce9e9" providerId="ADAL" clId="{78B570B4-0A49-41D2-8737-23D6749A7F5B}" dt="2026-10-11T14:55:07.506" v="822" actId="20577"/>
        <pc:sldMkLst>
          <pc:docMk/>
          <pc:sldMk cId="1354766504" sldId="288"/>
        </pc:sldMkLst>
        <pc:spChg chg="del">
          <ac:chgData name="David Wyatt" userId="1b0a4936-1a58-4717-8936-09533ddce9e9" providerId="ADAL" clId="{78B570B4-0A49-41D2-8737-23D6749A7F5B}" dt="2026-10-10T04:04:51.468" v="56" actId="478"/>
          <ac:spMkLst>
            <pc:docMk/>
            <pc:sldMk cId="1354766504" sldId="288"/>
            <ac:spMk id="4" creationId="{1F0D3784-5D05-4763-BB17-E5ACB6B738B7}"/>
          </ac:spMkLst>
        </pc:spChg>
        <pc:spChg chg="del">
          <ac:chgData name="David Wyatt" userId="1b0a4936-1a58-4717-8936-09533ddce9e9" providerId="ADAL" clId="{78B570B4-0A49-41D2-8737-23D6749A7F5B}" dt="2026-10-10T04:04:47.958" v="55" actId="478"/>
          <ac:spMkLst>
            <pc:docMk/>
            <pc:sldMk cId="1354766504" sldId="288"/>
            <ac:spMk id="6" creationId="{8FD466B8-C2D0-45BD-A83F-FC28B72B3D79}"/>
          </ac:spMkLst>
        </pc:spChg>
        <pc:spChg chg="mod">
          <ac:chgData name="David Wyatt" userId="1b0a4936-1a58-4717-8936-09533ddce9e9" providerId="ADAL" clId="{78B570B4-0A49-41D2-8737-23D6749A7F5B}" dt="2026-10-11T14:55:07.506" v="822" actId="20577"/>
          <ac:spMkLst>
            <pc:docMk/>
            <pc:sldMk cId="1354766504" sldId="288"/>
            <ac:spMk id="8" creationId="{952A3806-A0C4-4B9D-8392-B07DECD5630E}"/>
          </ac:spMkLst>
        </pc:spChg>
      </pc:sldChg>
      <pc:sldChg chg="delSp mod">
        <pc:chgData name="David Wyatt" userId="1b0a4936-1a58-4717-8936-09533ddce9e9" providerId="ADAL" clId="{78B570B4-0A49-41D2-8737-23D6749A7F5B}" dt="2026-10-11T14:55:36.442" v="824" actId="478"/>
        <pc:sldMkLst>
          <pc:docMk/>
          <pc:sldMk cId="1354766504" sldId="289"/>
        </pc:sldMkLst>
        <pc:spChg chg="del">
          <ac:chgData name="David Wyatt" userId="1b0a4936-1a58-4717-8936-09533ddce9e9" providerId="ADAL" clId="{78B570B4-0A49-41D2-8737-23D6749A7F5B}" dt="2026-10-10T04:04:56.148" v="58" actId="478"/>
          <ac:spMkLst>
            <pc:docMk/>
            <pc:sldMk cId="1354766504" sldId="289"/>
            <ac:spMk id="4" creationId="{1F0D3784-5D05-4763-BB17-E5ACB6B738B7}"/>
          </ac:spMkLst>
        </pc:spChg>
        <pc:spChg chg="del">
          <ac:chgData name="David Wyatt" userId="1b0a4936-1a58-4717-8936-09533ddce9e9" providerId="ADAL" clId="{78B570B4-0A49-41D2-8737-23D6749A7F5B}" dt="2026-10-10T04:04:53.776" v="57" actId="478"/>
          <ac:spMkLst>
            <pc:docMk/>
            <pc:sldMk cId="1354766504" sldId="289"/>
            <ac:spMk id="6" creationId="{10B06267-8E2D-4824-8948-E870876ABAEA}"/>
          </ac:spMkLst>
        </pc:spChg>
        <pc:spChg chg="del">
          <ac:chgData name="David Wyatt" userId="1b0a4936-1a58-4717-8936-09533ddce9e9" providerId="ADAL" clId="{78B570B4-0A49-41D2-8737-23D6749A7F5B}" dt="2026-10-11T14:55:34.663" v="823" actId="478"/>
          <ac:spMkLst>
            <pc:docMk/>
            <pc:sldMk cId="1354766504" sldId="289"/>
            <ac:spMk id="13" creationId="{21CAC497-DF8A-4970-B4A2-94002D67C712}"/>
          </ac:spMkLst>
        </pc:spChg>
        <pc:spChg chg="del">
          <ac:chgData name="David Wyatt" userId="1b0a4936-1a58-4717-8936-09533ddce9e9" providerId="ADAL" clId="{78B570B4-0A49-41D2-8737-23D6749A7F5B}" dt="2026-10-11T14:55:36.442" v="824" actId="478"/>
          <ac:spMkLst>
            <pc:docMk/>
            <pc:sldMk cId="1354766504" sldId="289"/>
            <ac:spMk id="14" creationId="{80E040B4-31DF-4AF0-83AA-29B0B0576A32}"/>
          </ac:spMkLst>
        </pc:spChg>
      </pc:sldChg>
      <pc:sldChg chg="delSp modSp mod">
        <pc:chgData name="David Wyatt" userId="1b0a4936-1a58-4717-8936-09533ddce9e9" providerId="ADAL" clId="{78B570B4-0A49-41D2-8737-23D6749A7F5B}" dt="2026-10-11T14:57:23.982" v="874" actId="20577"/>
        <pc:sldMkLst>
          <pc:docMk/>
          <pc:sldMk cId="1354766504" sldId="290"/>
        </pc:sldMkLst>
        <pc:spChg chg="del">
          <ac:chgData name="David Wyatt" userId="1b0a4936-1a58-4717-8936-09533ddce9e9" providerId="ADAL" clId="{78B570B4-0A49-41D2-8737-23D6749A7F5B}" dt="2026-10-10T04:05:00.973" v="60" actId="478"/>
          <ac:spMkLst>
            <pc:docMk/>
            <pc:sldMk cId="1354766504" sldId="290"/>
            <ac:spMk id="4" creationId="{1F0D3784-5D05-4763-BB17-E5ACB6B738B7}"/>
          </ac:spMkLst>
        </pc:spChg>
        <pc:spChg chg="del">
          <ac:chgData name="David Wyatt" userId="1b0a4936-1a58-4717-8936-09533ddce9e9" providerId="ADAL" clId="{78B570B4-0A49-41D2-8737-23D6749A7F5B}" dt="2026-10-10T04:04:58.566" v="59" actId="478"/>
          <ac:spMkLst>
            <pc:docMk/>
            <pc:sldMk cId="1354766504" sldId="290"/>
            <ac:spMk id="6" creationId="{2DA4F73F-82DF-4A0D-B49E-1BB9E9BF3599}"/>
          </ac:spMkLst>
        </pc:spChg>
        <pc:spChg chg="mod">
          <ac:chgData name="David Wyatt" userId="1b0a4936-1a58-4717-8936-09533ddce9e9" providerId="ADAL" clId="{78B570B4-0A49-41D2-8737-23D6749A7F5B}" dt="2026-10-11T14:57:23.982" v="874" actId="20577"/>
          <ac:spMkLst>
            <pc:docMk/>
            <pc:sldMk cId="1354766504" sldId="290"/>
            <ac:spMk id="8" creationId="{FE56996A-CF05-48D7-8629-51CB9F88DE44}"/>
          </ac:spMkLst>
        </pc:spChg>
      </pc:sldChg>
      <pc:sldChg chg="delSp mod">
        <pc:chgData name="David Wyatt" userId="1b0a4936-1a58-4717-8936-09533ddce9e9" providerId="ADAL" clId="{78B570B4-0A49-41D2-8737-23D6749A7F5B}" dt="2026-10-10T04:05:06.324" v="62" actId="478"/>
        <pc:sldMkLst>
          <pc:docMk/>
          <pc:sldMk cId="1354766504" sldId="291"/>
        </pc:sldMkLst>
        <pc:spChg chg="del">
          <ac:chgData name="David Wyatt" userId="1b0a4936-1a58-4717-8936-09533ddce9e9" providerId="ADAL" clId="{78B570B4-0A49-41D2-8737-23D6749A7F5B}" dt="2026-10-10T04:05:06.324" v="62" actId="478"/>
          <ac:spMkLst>
            <pc:docMk/>
            <pc:sldMk cId="1354766504" sldId="291"/>
            <ac:spMk id="4" creationId="{1F0D3784-5D05-4763-BB17-E5ACB6B738B7}"/>
          </ac:spMkLst>
        </pc:spChg>
        <pc:spChg chg="del">
          <ac:chgData name="David Wyatt" userId="1b0a4936-1a58-4717-8936-09533ddce9e9" providerId="ADAL" clId="{78B570B4-0A49-41D2-8737-23D6749A7F5B}" dt="2026-10-10T04:05:03.491" v="61" actId="478"/>
          <ac:spMkLst>
            <pc:docMk/>
            <pc:sldMk cId="1354766504" sldId="291"/>
            <ac:spMk id="6" creationId="{8702506E-2A28-4B5E-BA36-83AE79C02559}"/>
          </ac:spMkLst>
        </pc:spChg>
      </pc:sldChg>
      <pc:sldChg chg="delSp modSp mod">
        <pc:chgData name="David Wyatt" userId="1b0a4936-1a58-4717-8936-09533ddce9e9" providerId="ADAL" clId="{78B570B4-0A49-41D2-8737-23D6749A7F5B}" dt="2026-10-11T14:58:18.682" v="876" actId="115"/>
        <pc:sldMkLst>
          <pc:docMk/>
          <pc:sldMk cId="1354766504" sldId="292"/>
        </pc:sldMkLst>
        <pc:spChg chg="del">
          <ac:chgData name="David Wyatt" userId="1b0a4936-1a58-4717-8936-09533ddce9e9" providerId="ADAL" clId="{78B570B4-0A49-41D2-8737-23D6749A7F5B}" dt="2026-10-10T04:05:14.479" v="64" actId="478"/>
          <ac:spMkLst>
            <pc:docMk/>
            <pc:sldMk cId="1354766504" sldId="292"/>
            <ac:spMk id="4" creationId="{1F0D3784-5D05-4763-BB17-E5ACB6B738B7}"/>
          </ac:spMkLst>
        </pc:spChg>
        <pc:spChg chg="del">
          <ac:chgData name="David Wyatt" userId="1b0a4936-1a58-4717-8936-09533ddce9e9" providerId="ADAL" clId="{78B570B4-0A49-41D2-8737-23D6749A7F5B}" dt="2026-10-10T04:05:12.627" v="63" actId="478"/>
          <ac:spMkLst>
            <pc:docMk/>
            <pc:sldMk cId="1354766504" sldId="292"/>
            <ac:spMk id="6" creationId="{4DF9DF24-6271-4202-A013-D58747C3875A}"/>
          </ac:spMkLst>
        </pc:spChg>
        <pc:spChg chg="mod">
          <ac:chgData name="David Wyatt" userId="1b0a4936-1a58-4717-8936-09533ddce9e9" providerId="ADAL" clId="{78B570B4-0A49-41D2-8737-23D6749A7F5B}" dt="2026-10-11T14:58:18.682" v="876" actId="115"/>
          <ac:spMkLst>
            <pc:docMk/>
            <pc:sldMk cId="1354766504" sldId="292"/>
            <ac:spMk id="8" creationId="{160F2F46-0B94-46A5-ACC9-C73307694547}"/>
          </ac:spMkLst>
        </pc:spChg>
      </pc:sldChg>
      <pc:sldChg chg="delSp modSp mod">
        <pc:chgData name="David Wyatt" userId="1b0a4936-1a58-4717-8936-09533ddce9e9" providerId="ADAL" clId="{78B570B4-0A49-41D2-8737-23D6749A7F5B}" dt="2026-10-11T14:59:26.645" v="882" actId="114"/>
        <pc:sldMkLst>
          <pc:docMk/>
          <pc:sldMk cId="1354766504" sldId="293"/>
        </pc:sldMkLst>
        <pc:spChg chg="del">
          <ac:chgData name="David Wyatt" userId="1b0a4936-1a58-4717-8936-09533ddce9e9" providerId="ADAL" clId="{78B570B4-0A49-41D2-8737-23D6749A7F5B}" dt="2026-10-10T04:05:21.998" v="66" actId="478"/>
          <ac:spMkLst>
            <pc:docMk/>
            <pc:sldMk cId="1354766504" sldId="293"/>
            <ac:spMk id="4" creationId="{1F0D3784-5D05-4763-BB17-E5ACB6B738B7}"/>
          </ac:spMkLst>
        </pc:spChg>
        <pc:spChg chg="del">
          <ac:chgData name="David Wyatt" userId="1b0a4936-1a58-4717-8936-09533ddce9e9" providerId="ADAL" clId="{78B570B4-0A49-41D2-8737-23D6749A7F5B}" dt="2026-10-10T04:05:20.345" v="65" actId="478"/>
          <ac:spMkLst>
            <pc:docMk/>
            <pc:sldMk cId="1354766504" sldId="293"/>
            <ac:spMk id="6" creationId="{9C18C107-F1A0-411C-8A5C-B030F94BAC0C}"/>
          </ac:spMkLst>
        </pc:spChg>
        <pc:spChg chg="mod">
          <ac:chgData name="David Wyatt" userId="1b0a4936-1a58-4717-8936-09533ddce9e9" providerId="ADAL" clId="{78B570B4-0A49-41D2-8737-23D6749A7F5B}" dt="2026-10-11T14:59:26.645" v="882" actId="114"/>
          <ac:spMkLst>
            <pc:docMk/>
            <pc:sldMk cId="1354766504" sldId="293"/>
            <ac:spMk id="8" creationId="{A83BF365-82F3-48A2-AA1E-699738E4126A}"/>
          </ac:spMkLst>
        </pc:spChg>
      </pc:sldChg>
      <pc:sldChg chg="add">
        <pc:chgData name="David Wyatt" userId="1b0a4936-1a58-4717-8936-09533ddce9e9" providerId="ADAL" clId="{78B570B4-0A49-41D2-8737-23D6749A7F5B}" dt="2026-10-11T15:00:27.109" v="883"/>
        <pc:sldMkLst>
          <pc:docMk/>
          <pc:sldMk cId="1653041656" sldId="30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Good i-star Language Guide Presentation.pdf, page 15. © F. Dalpiaz, X. Franch, J. Horkoff (2016). Content adapted into the supplied iStar.pptx design. Original diagram images retain their source notation.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Good i-star Language Guide Presentation.pdf, page 16. © F. Dalpiaz, X. Franch, J. Horkoff (2016). Content adapted into the supplied iStar.pptx design. Original diagram images retain their source notation.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Good i-star Language Guide Presentation.pdf, page 17. © F. Dalpiaz, X. Franch, J. Horkoff (2016). Content adapted into the supplied iStar.pptx design. Original diagram images retain their source notation.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Good i-star Language Guide Presentation.pdf, page 18. © F. Dalpiaz, X. Franch, J. Horkoff (2016). Content adapted into the supplied iStar.pptx design. Original diagram images retain their source notation.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Good i-star Language Guide Presentation.pdf, page 19. © F. Dalpiaz, X. Franch, J. Horkoff (2016). Content adapted into the supplied iStar.pptx design. Original diagram images retain their source notation.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Good i-star Language Guide Presentation.pdf, page 20. © F. Dalpiaz, X. Franch, J. Horkoff (2016). Content adapted into the supplied iStar.pptx design. Original diagram images retain their source notation.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Good i-star Language Guide Presentation.pdf, page 21. © F. Dalpiaz, X. Franch, J. Horkoff (2016). Content adapted into the supplied iStar.pptx design. Original diagram images retain their source notation.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Good i-star Language Guide Presentation.pdf, page 22. © F. Dalpiaz, X. Franch, J. Horkoff (2016). Content adapted into the supplied iStar.pptx design. Original diagram images retain their source notation.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Good i-star Language Guide Presentation.pdf, page 24. © F. Dalpiaz, X. Franch, J. Horkoff (2016). Content adapted into the supplied iStar.pptx design. Original diagram images retain their source notation.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Good i-star Language Guide Presentation.pdf, page 25. © F. Dalpiaz, X. Franch, J. Horkoff (2016). Content adapted into the supplied iStar.pptx design. Original diagram images retain their source notation.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Good i-star Language Guide Presentation.pdf, page 26. © F. Dalpiaz, X. Franch, J. Horkoff (2016). Content adapted into the supplied iStar.pptx design. Original diagram images retain their source notation.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Good i-star Language Guide Presentation.pdf, page 27. © F. Dalpiaz, X. Franch, J. Horkoff (2016). Content adapted into the supplied iStar.pptx design. Original diagram images retain their source notation.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Good i-star Language Guide Presentation.pdf, page 28. © F. Dalpiaz, X. Franch, J. Horkoff (2016). Content adapted into the supplied iStar.pptx design. Original diagram images retain their source notation.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Good i-star Language Guide Presentation.pdf, page 29. © F. Dalpiaz, X. Franch, J. Horkoff (2016). Content adapted into the supplied iStar.pptx design. Original diagram images retain their source notation.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Good i-star Language Guide Presentation.pdf, page 30. © F. Dalpiaz, X. Franch, J. Horkoff (2016). Content adapted into the supplied iStar.pptx design. Original diagram images retain their source notation.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Good i-star Language Guide Presentation.pdf, page 31. © F. Dalpiaz, X. Franch, J. Horkoff (2016). Content adapted into the supplied iStar.pptx design. Original diagram images retain their source notation.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Good i-star Language Guide Presentation.pdf, page 32. © F. Dalpiaz, X. Franch, J. Horkoff (2016). Content adapted into the supplied iStar.pptx design. Original diagram images retain their source notation.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Good i-star Language Guide Presentation.pdf, page 33. © F. Dalpiaz, X. Franch, J. Horkoff (2016). Content adapted into the supplied iStar.pptx design. Original diagram images retain their source notation.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Good i-star Language Guide Presentation.pdf, page 34. © F. Dalpiaz, X. Franch, J. Horkoff (2016). Content adapted into the supplied iStar.pptx design. Original diagram images retain their source notation.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Good i-star Language Guide Presentation.pdf, page 35. © F. Dalpiaz, X. Franch, J. Horkoff (2016). Content adapted into the supplied iStar.pptx design. Original diagram images retain their source notation.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Good i-star Language Guide Presentation.pdf, page 36. © F. Dalpiaz, X. Franch, J. Horkoff (2016). Content adapted into the supplied iStar.pptx design. Original diagram images retain their source notation.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Good i-star Language Guide Presentation.pdf, page 37. © F. Dalpiaz, X. Franch, J. Horkoff (2016). Content adapted into the supplied iStar.pptx design. Original diagram images retain their source notation.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Good i-star Language Guide Presentation.pdf, page 38. © F. Dalpiaz, X. Franch, J. Horkoff (2016). Content adapted into the supplied iStar.pptx design. Original diagram images retain their source notation.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Good i-star Language Guide Presentation.pdf, page 39. © F. Dalpiaz, X. Franch, J. Horkoff (2016). Content adapted into the supplied iStar.pptx design. Original diagram images retain their source notation.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Good i-star Language Guide Presentation.pdf, page 40. © F. Dalpiaz, X. Franch, J. Horkoff (2016). Content adapted into the supplied iStar.pptx design. Original diagram images retain their source notation.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Good i-star Language Guide Presentation.pdf, page 41. © F. Dalpiaz, X. Franch, J. Horkoff (2016). Content adapted into the supplied iStar.pptx design. Original diagram images retain their source notation.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Good i-star Language Guide Presentation.pdf, page 42. © F. Dalpiaz, X. Franch, J. Horkoff (2016). Content adapted into the supplied iStar.pptx design. Original diagram images retain their source notation.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Good i-star Language Guide Presentation.pdf, page 43. © F. Dalpiaz, X. Franch, J. Horkoff (2016). Content adapted into the supplied iStar.pptx design. Original diagram images retain their source notation.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Good i-star Language Guide Presentation.pdf, page 44. © F. Dalpiaz, X. Franch, J. Horkoff (2016). Content adapted into the supplied iStar.pptx design. Original diagram images retain their source notation.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Good i-star Language Guide Presentation.pdf, page 45. © F. Dalpiaz, X. Franch, J. Horkoff (2016). Content adapted into the supplied iStar.pptx design. Original diagram images retain their source notation.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Good i-star Language Guide Presentation.pdf, page 46. © F. Dalpiaz, X. Franch, J. Horkoff (2016). Content adapted into the supplied iStar.pptx design. Original diagram images retain their source notation.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Good i-star Language Guide Presentation.pdf, page 47. © F. Dalpiaz, X. Franch, J. Horkoff (2016). Content adapted into the supplied iStar.pptx design. Original diagram images retain their source notation.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Good i-star Language Guide Presentation.pdf, page 48. © F. Dalpiaz, X. Franch, J. Horkoff (2016). Content adapted into the supplied iStar.pptx design. Original diagram images retain their source notation.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Good i-star Language Guide Presentation.pdf, page 49. © F. Dalpiaz, X. Franch, J. Horkoff (2016). Content adapted into the supplied iStar.pptx design. Original diagram images retain their source notation.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Good i-star Language Guide Presentation.pdf, page 50. © F. Dalpiaz, X. Franch, J. Horkoff (2016). Content adapted into the supplied iStar.pptx design. Original diagram images retain their source notation.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Source: Good </a:t>
            </a:r>
            <a:r>
              <a:rPr dirty="0" err="1"/>
              <a:t>i</a:t>
            </a:r>
            <a:r>
              <a:rPr dirty="0"/>
              <a:t>-star Language Guide Presentation.pdf, page 51. © F. Dalpiaz, X. Franch, J. </a:t>
            </a:r>
            <a:r>
              <a:rPr dirty="0" err="1"/>
              <a:t>Horkoff</a:t>
            </a:r>
            <a:r>
              <a:rPr dirty="0"/>
              <a:t> (2016). Content adapted into the supplied iStar.pptx design. Original diagram images retain their source notation.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C5370-89F1-4326-85A4-A5205111ED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0AB408-151D-482E-846E-29312FB92E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D07BD-0FFB-4CDF-96B4-01D68C94F82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10/11/2026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F5344-A98C-4011-96EA-C76C3AD5B2B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C8DC37-8C5C-4AC2-910E-4D6F066AED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C7A5A-FAEA-4836-8D75-06670E3BA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F837B-89D7-45A6-93C4-6F988E2C6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32876-5146-4B85-B4F2-B13B289594F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10/11/2026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336B1-8082-4E8F-A2F5-37521872291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22DFA-C368-47CE-9CF7-88659995E7F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32A7E-5A00-4FBF-A4C3-A10B00283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F01783-F340-4E56-ADF0-23453DE05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E0D5F9-B4B4-46F4-BB6D-5BAF6276D18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10/11/2026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0ADF5-E21B-4B00-BB4C-4B68494A46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74C0A-3000-4BB3-8A8F-CA71028D28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62A53-BD7D-41FB-8DD3-B219A2538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EF219-2C52-4D72-8466-0D360DFC0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81FAB-BC17-47DE-A40A-3B53E8C3BEF6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FF89F0-C386-47FD-AFEB-F9A075879C9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10/11/2026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5761EE-1BDD-437F-A9B7-2F7886CC5E7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749C-CBFF-44C6-80ED-A1DF5F44E1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513DF-2D4B-4164-98D0-1D6988E19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D597BA-1DA0-4381-88C8-2470986F3D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0F6120-E1AC-47C9-87A5-D5F1342B0B0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C6253B-F15B-4F4D-8719-4FB861826556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17CCF8-6102-4FB6-96CF-378C055E6C7D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D49ECC-F099-4E61-B800-9D5B3455B13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10/11/2026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4826F7-405D-4458-94DA-0DE3E15A49F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B64A72-979F-4F0B-AF2F-8B018A4990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A5F85-884B-4CE6-AAA0-B4332AB78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F442E8-D149-4C4F-BA19-164572A86C3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10/11/2026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5C4410-FCC3-42C8-80A6-D5336D3F5B8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23A5C3-A222-433A-A41F-95999C2C25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69E563-DAB9-42DE-8078-3FF41093158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10/11/2026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AFC6A7-4E65-4F25-81D4-1A816774473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1DE7D8-4AD6-42DC-A424-15EE8B26A3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2C1B1-1D2E-4C17-BCCD-D717D4C02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C4E7B-EC7E-49E7-BFAE-3074EEAEB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4CCC89-31A4-4051-9A84-980654C40BA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BD602-257B-49CE-9E89-7858CE451F2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10/11/2026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AA5AF6-5855-4B5B-9C26-C8112AE05DA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8CB967-B5AC-4939-950C-29FD08C084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AAF0B-3E81-49ED-B14C-627CC679C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47E653-AB41-4614-A841-D132224C27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59179F-859B-4A61-8FB5-657CEA2196C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83D1DE-48E7-4DEF-A2D8-B06FCA50F41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10/11/2026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3A464E-7670-4886-8B74-D2DA4849AD6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384B61-1EA1-4997-B593-66826CB6D2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65371-E476-48B6-B277-3BBE0C090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6FDE4D-592B-44D3-A135-4F21E8354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80AE8-F415-43F7-B606-CB6C3561F60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10/11/2026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29D79-2D40-456E-95F3-B353F2B56D3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D9FC6D-51AB-4117-B91E-9CE739EB60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CFA790-8EDB-4931-AEA1-F3E058092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85C34A-F7D1-496D-8277-9CBF113170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57D7D-D1C2-476E-9EB7-9E9C3BFB637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10/11/2026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39621-8333-448C-A253-9D684FF2F12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B15280-5F86-4533-92AF-A28CC66AA4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bg>
      <p:bgPr>
        <a:solidFill>
          <a:srgbClr val="1A9DA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446" y="0"/>
            <a:ext cx="2383829" cy="895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FE3B5BC-7C7D-A745-8158-A53C466DA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4435" y="1915480"/>
            <a:ext cx="7586032" cy="208958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69EC6F0B-C9B0-464E-ABF8-505FA2B99A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1895" y="1916833"/>
            <a:ext cx="1625519" cy="26908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US" dirty="0"/>
              <a:t>Presented by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C1E2BFEE-0AD7-C548-92B3-DE639BB40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1894" y="2323737"/>
            <a:ext cx="1625519" cy="4023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800" b="1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FE54718D-4C22-E94B-A4C0-C34A3A4257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98007" y="2913640"/>
            <a:ext cx="1625519" cy="3713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800" b="1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63A8BFE-74A7-E94B-8A00-4CD70EAFA367}"/>
              </a:ext>
            </a:extLst>
          </p:cNvPr>
          <p:cNvCxnSpPr>
            <a:cxnSpLocks/>
          </p:cNvCxnSpPr>
          <p:nvPr userDrawn="1"/>
        </p:nvCxnSpPr>
        <p:spPr>
          <a:xfrm>
            <a:off x="2559051" y="1916832"/>
            <a:ext cx="0" cy="3802212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55B2378F-7E74-5649-B1F7-5BE87863FD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98007" y="5373216"/>
            <a:ext cx="1625519" cy="34582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bg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 dirty="0"/>
              <a:t>Presentation date</a:t>
            </a:r>
          </a:p>
        </p:txBody>
      </p:sp>
    </p:spTree>
    <p:extLst>
      <p:ext uri="{BB962C8B-B14F-4D97-AF65-F5344CB8AC3E}">
        <p14:creationId xmlns:p14="http://schemas.microsoft.com/office/powerpoint/2010/main" val="420810059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129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0DE106-8CA7-4015-BAA5-7ACD8169E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35B8F9-56AB-4A61-A96D-24188F6A43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ACA3A-CC77-4D8B-B522-0F2517956F6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10/11/2026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462AD-ED26-4CF9-A9F1-F984FA5427F2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682D79-9728-42EC-BC68-8B8B27BEADB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‹#›</a:t>
            </a:fld>
            <a:endParaRPr/>
          </a:p>
        </p:txBody>
      </p:sp>
      <p:pic>
        <p:nvPicPr>
          <p:cNvPr id="13" name="Picture 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77343" y="0"/>
            <a:ext cx="1914657" cy="65887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9D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DA84F0D-209E-47F7-BCAD-288475DCD864}"/>
              </a:ext>
            </a:extLst>
          </p:cNvPr>
          <p:cNvSpPr>
            <a:spLocks noGrp="1"/>
          </p:cNvSpPr>
          <p:nvPr/>
        </p:nvSpPr>
        <p:spPr>
          <a:xfrm>
            <a:off x="2514600" y="1828800"/>
            <a:ext cx="18288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8E4B90-18C7-41E9-BD34-D1B363AEACF3}"/>
              </a:ext>
            </a:extLst>
          </p:cNvPr>
          <p:cNvSpPr>
            <a:spLocks noGrp="1"/>
          </p:cNvSpPr>
          <p:nvPr/>
        </p:nvSpPr>
        <p:spPr>
          <a:xfrm>
            <a:off x="2697480" y="1851660"/>
            <a:ext cx="8451342" cy="1215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None/>
              <a:defRPr sz="27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dirty="0">
                <a:latin typeface="+mj-lt"/>
                <a:ea typeface="+mj-lt"/>
                <a:cs typeface="+mj-lt"/>
              </a:rPr>
              <a:t>Goal-Oriented Strategic Modelling</a:t>
            </a:r>
          </a:p>
          <a:p>
            <a:pPr>
              <a:spcAft>
                <a:spcPts val="1200"/>
              </a:spcAft>
              <a:buNone/>
              <a:defRPr sz="27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i="1" dirty="0">
                <a:latin typeface="+mj-lt"/>
                <a:ea typeface="+mj-lt"/>
                <a:cs typeface="+mj-lt"/>
              </a:rPr>
              <a:t>Using the </a:t>
            </a:r>
            <a:r>
              <a:rPr i="1" dirty="0" err="1">
                <a:latin typeface="+mj-lt"/>
                <a:ea typeface="+mj-lt"/>
                <a:cs typeface="+mj-lt"/>
              </a:rPr>
              <a:t>i</a:t>
            </a:r>
            <a:r>
              <a:rPr i="1" dirty="0">
                <a:latin typeface="+mj-lt"/>
                <a:ea typeface="+mj-lt"/>
                <a:cs typeface="+mj-lt"/>
              </a:rPr>
              <a:t>* Framework</a:t>
            </a:r>
            <a:r>
              <a:rPr lang="en-GB" i="1">
                <a:latin typeface="+mj-lt"/>
                <a:ea typeface="+mj-lt"/>
                <a:cs typeface="+mj-lt"/>
              </a:rPr>
              <a:t> (Part 2)</a:t>
            </a:r>
            <a:endParaRPr i="1" dirty="0">
              <a:latin typeface="+mj-lt"/>
              <a:ea typeface="+mj-lt"/>
              <a:cs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CFA513-8BF9-08E6-C2DC-BAEC7ACBD2A8}"/>
              </a:ext>
            </a:extLst>
          </p:cNvPr>
          <p:cNvSpPr>
            <a:spLocks noGrp="1"/>
          </p:cNvSpPr>
          <p:nvPr/>
        </p:nvSpPr>
        <p:spPr>
          <a:xfrm>
            <a:off x="640080" y="182880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solidFill>
                  <a:schemeClr val="bg1"/>
                </a:solidFill>
              </a:rPr>
              <a:t>Presentation By</a:t>
            </a:r>
          </a:p>
          <a:p>
            <a:r>
              <a:rPr lang="en-GB" dirty="0">
                <a:solidFill>
                  <a:schemeClr val="bg1"/>
                </a:solidFill>
              </a:rPr>
              <a:t>Dr David Wyatt</a:t>
            </a:r>
            <a:endParaRPr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7058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0293459-9EEC-414B-A9AB-FBBA61BE4CBC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4775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900" b="0">
                <a:solidFill>
                  <a:srgbClr val="239DAB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239DAB"/>
                </a:solidFill>
                <a:latin typeface="Arial"/>
                <a:ea typeface="Arial"/>
                <a:cs typeface="Arial"/>
              </a:rPr>
              <a:t>Outline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6961FC-18C2-40A9-9DA4-B12CABB9C60C}"/>
              </a:ext>
            </a:extLst>
          </p:cNvPr>
          <p:cNvSpPr>
            <a:spLocks noGrp="1"/>
          </p:cNvSpPr>
          <p:nvPr/>
        </p:nvSpPr>
        <p:spPr>
          <a:xfrm>
            <a:off x="11334750" y="6153150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8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6AE298-F50F-43A3-8B05-F4A711BFE714}"/>
              </a:ext>
            </a:extLst>
          </p:cNvPr>
          <p:cNvSpPr>
            <a:spLocks noGrp="1"/>
          </p:cNvSpPr>
          <p:nvPr/>
        </p:nvSpPr>
        <p:spPr>
          <a:xfrm>
            <a:off x="1047750" y="1666875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25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Actors and their links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EC6F79-758C-4773-9995-330956FD71B8}"/>
              </a:ext>
            </a:extLst>
          </p:cNvPr>
          <p:cNvSpPr>
            <a:spLocks noGrp="1"/>
          </p:cNvSpPr>
          <p:nvPr/>
        </p:nvSpPr>
        <p:spPr>
          <a:xfrm>
            <a:off x="1047750" y="2524125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25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Intentional elements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8EDB35-F4CD-4E2F-8B22-36060BC7B86B}"/>
              </a:ext>
            </a:extLst>
          </p:cNvPr>
          <p:cNvSpPr>
            <a:spLocks noGrp="1"/>
          </p:cNvSpPr>
          <p:nvPr/>
        </p:nvSpPr>
        <p:spPr>
          <a:xfrm>
            <a:off x="1047750" y="3381375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25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Social dependencies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65B862-6B6A-4429-960A-F45AC1716FFE}"/>
              </a:ext>
            </a:extLst>
          </p:cNvPr>
          <p:cNvSpPr>
            <a:spLocks noGrp="1"/>
          </p:cNvSpPr>
          <p:nvPr/>
        </p:nvSpPr>
        <p:spPr>
          <a:xfrm>
            <a:off x="1047750" y="4238625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25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Linking intentional elements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6A0BD1-C900-4E43-86A5-614836B6D193}"/>
              </a:ext>
            </a:extLst>
          </p:cNvPr>
          <p:cNvSpPr>
            <a:spLocks noGrp="1"/>
          </p:cNvSpPr>
          <p:nvPr/>
        </p:nvSpPr>
        <p:spPr>
          <a:xfrm>
            <a:off x="6572250" y="1666875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25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Modelling views</a:t>
            </a:r>
          </a:p>
        </p:txBody>
      </p:sp>
    </p:spTree>
    <p:extLst>
      <p:ext uri="{BB962C8B-B14F-4D97-AF65-F5344CB8AC3E}">
        <p14:creationId xmlns:p14="http://schemas.microsoft.com/office/powerpoint/2010/main" val="1354766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672A859-B9DD-42C5-BDDC-CCEEB8E38567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4775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900" b="0">
                <a:solidFill>
                  <a:srgbClr val="239DAB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239DAB"/>
                </a:solidFill>
                <a:latin typeface="Arial"/>
                <a:ea typeface="Arial"/>
                <a:cs typeface="Arial"/>
              </a:rPr>
              <a:t>Running example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996332-B4B3-4632-BA9E-618C5B8B4254}"/>
              </a:ext>
            </a:extLst>
          </p:cNvPr>
          <p:cNvSpPr>
            <a:spLocks noGrp="1"/>
          </p:cNvSpPr>
          <p:nvPr/>
        </p:nvSpPr>
        <p:spPr>
          <a:xfrm>
            <a:off x="11334750" y="6153150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8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2934F0-A997-4504-9D61-971991FA7CAD}"/>
              </a:ext>
            </a:extLst>
          </p:cNvPr>
          <p:cNvSpPr>
            <a:spLocks noGrp="1"/>
          </p:cNvSpPr>
          <p:nvPr/>
        </p:nvSpPr>
        <p:spPr>
          <a:xfrm>
            <a:off x="809625" y="1476375"/>
            <a:ext cx="6953250" cy="419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University travel reimbursement</a:t>
            </a:r>
          </a:p>
          <a:p>
            <a:pPr marL="685800" lvl="1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b="1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Students</a:t>
            </a:r>
            <a:r>
              <a:rPr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 </a:t>
            </a:r>
            <a:r>
              <a:rPr b="0" dirty="0" err="1">
                <a:solidFill>
                  <a:srgbClr val="26374C"/>
                </a:solidFill>
                <a:latin typeface="Arial"/>
                <a:ea typeface="Arial"/>
                <a:cs typeface="Arial"/>
              </a:rPr>
              <a:t>organise</a:t>
            </a:r>
            <a:r>
              <a:rPr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 trips to conferences.</a:t>
            </a:r>
          </a:p>
          <a:p>
            <a:pPr marL="685800" lvl="1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They rely on </a:t>
            </a:r>
            <a:r>
              <a:rPr b="1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travel agencies </a:t>
            </a:r>
            <a:r>
              <a:rPr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and the university’s </a:t>
            </a:r>
            <a:r>
              <a:rPr b="1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trip management information system</a:t>
            </a:r>
            <a:r>
              <a:rPr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marL="685800" lvl="1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Multiple </a:t>
            </a:r>
            <a:r>
              <a:rPr b="1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alternatives</a:t>
            </a:r>
            <a:r>
              <a:rPr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 exist to arrange a trip.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096250" y="2595451"/>
            <a:ext cx="3095625" cy="1952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766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A0DB8E1-9171-4CFD-9E58-A1B906ED2179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4775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900" b="0">
                <a:solidFill>
                  <a:srgbClr val="239DAB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239DAB"/>
                </a:solidFill>
                <a:latin typeface="Arial"/>
                <a:ea typeface="Arial"/>
                <a:cs typeface="Arial"/>
              </a:rPr>
              <a:t>Outline: actors and their links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4E74FA-920B-4AFB-9A85-7B9C07B322AF}"/>
              </a:ext>
            </a:extLst>
          </p:cNvPr>
          <p:cNvSpPr>
            <a:spLocks noGrp="1"/>
          </p:cNvSpPr>
          <p:nvPr/>
        </p:nvSpPr>
        <p:spPr>
          <a:xfrm>
            <a:off x="11334750" y="6153150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8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7C198D-921C-42D3-8D2A-908722B7A1F1}"/>
              </a:ext>
            </a:extLst>
          </p:cNvPr>
          <p:cNvSpPr>
            <a:spLocks noGrp="1"/>
          </p:cNvSpPr>
          <p:nvPr/>
        </p:nvSpPr>
        <p:spPr>
          <a:xfrm>
            <a:off x="1047750" y="1666875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250" b="1">
                <a:solidFill>
                  <a:srgbClr val="239DA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39DAB"/>
                </a:solidFill>
                <a:latin typeface="Arial"/>
                <a:ea typeface="Arial"/>
                <a:cs typeface="Arial"/>
              </a:rPr>
              <a:t>Actors and their links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9AFF27-0B71-42C1-AEB2-768BE46FD73E}"/>
              </a:ext>
            </a:extLst>
          </p:cNvPr>
          <p:cNvSpPr>
            <a:spLocks noGrp="1"/>
          </p:cNvSpPr>
          <p:nvPr/>
        </p:nvSpPr>
        <p:spPr>
          <a:xfrm>
            <a:off x="1047750" y="2524125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25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Intentional elements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6310BD-4479-4E33-ACC6-4FAAD4A53EAF}"/>
              </a:ext>
            </a:extLst>
          </p:cNvPr>
          <p:cNvSpPr>
            <a:spLocks noGrp="1"/>
          </p:cNvSpPr>
          <p:nvPr/>
        </p:nvSpPr>
        <p:spPr>
          <a:xfrm>
            <a:off x="1047750" y="3381375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25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Social dependencies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BFC8E8-5F1A-4AFC-BF4E-CE1EC7E81841}"/>
              </a:ext>
            </a:extLst>
          </p:cNvPr>
          <p:cNvSpPr>
            <a:spLocks noGrp="1"/>
          </p:cNvSpPr>
          <p:nvPr/>
        </p:nvSpPr>
        <p:spPr>
          <a:xfrm>
            <a:off x="1047750" y="4238625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25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Linking intentional elements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11092A-0594-4E3D-947E-E258FC77428B}"/>
              </a:ext>
            </a:extLst>
          </p:cNvPr>
          <p:cNvSpPr>
            <a:spLocks noGrp="1"/>
          </p:cNvSpPr>
          <p:nvPr/>
        </p:nvSpPr>
        <p:spPr>
          <a:xfrm>
            <a:off x="6572250" y="1666875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25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Modelling views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79770D-2D75-408E-8460-DE50C2CBAB2F}"/>
              </a:ext>
            </a:extLst>
          </p:cNvPr>
          <p:cNvSpPr>
            <a:spLocks noGrp="1"/>
          </p:cNvSpPr>
          <p:nvPr/>
        </p:nvSpPr>
        <p:spPr>
          <a:xfrm>
            <a:off x="1047750" y="1457325"/>
            <a:ext cx="38100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050" b="0">
                <a:solidFill>
                  <a:srgbClr val="239DA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9DAB"/>
                </a:solidFill>
                <a:latin typeface="Arial"/>
                <a:ea typeface="Arial"/>
                <a:cs typeface="Arial"/>
              </a:rPr>
              <a:t>Current topic</a:t>
            </a:r>
          </a:p>
        </p:txBody>
      </p:sp>
    </p:spTree>
    <p:extLst>
      <p:ext uri="{BB962C8B-B14F-4D97-AF65-F5344CB8AC3E}">
        <p14:creationId xmlns:p14="http://schemas.microsoft.com/office/powerpoint/2010/main" val="1354766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B33F46B-15F9-45A5-9432-DAEBD06E9CC4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4775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900" b="0">
                <a:solidFill>
                  <a:srgbClr val="239DAB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239DAB"/>
                </a:solidFill>
                <a:latin typeface="Arial"/>
                <a:ea typeface="Arial"/>
                <a:cs typeface="Arial"/>
              </a:rPr>
              <a:t>Actors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51A2DC-EA33-419D-9837-4998BC8176E6}"/>
              </a:ext>
            </a:extLst>
          </p:cNvPr>
          <p:cNvSpPr>
            <a:spLocks noGrp="1"/>
          </p:cNvSpPr>
          <p:nvPr/>
        </p:nvSpPr>
        <p:spPr>
          <a:xfrm>
            <a:off x="11334750" y="6153150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8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3B7DD2-99DC-4541-B2F0-6D5F8B7C84E9}"/>
              </a:ext>
            </a:extLst>
          </p:cNvPr>
          <p:cNvSpPr>
            <a:spLocks noGrp="1"/>
          </p:cNvSpPr>
          <p:nvPr/>
        </p:nvSpPr>
        <p:spPr>
          <a:xfrm>
            <a:off x="809625" y="1476375"/>
            <a:ext cx="6953250" cy="419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 dirty="0" err="1">
                <a:solidFill>
                  <a:srgbClr val="26374C"/>
                </a:solidFill>
                <a:latin typeface="Arial"/>
                <a:ea typeface="Arial"/>
                <a:cs typeface="Arial"/>
              </a:rPr>
              <a:t>Organisations</a:t>
            </a:r>
            <a:r>
              <a:rPr sz="1800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 are social entities.</a:t>
            </a: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Their operation relies on effective interaction among a number of actors.</a:t>
            </a:r>
            <a:endParaRPr lang="en-GB" sz="1800" b="0" dirty="0">
              <a:solidFill>
                <a:srgbClr val="26374C"/>
              </a:solidFill>
              <a:latin typeface="Arial"/>
              <a:ea typeface="Arial"/>
              <a:cs typeface="Arial"/>
            </a:endParaRP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endParaRPr sz="1800" b="0" dirty="0">
              <a:solidFill>
                <a:srgbClr val="26374C"/>
              </a:solidFill>
              <a:latin typeface="Arial"/>
              <a:ea typeface="Arial"/>
              <a:cs typeface="Arial"/>
            </a:endParaRP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An </a:t>
            </a:r>
            <a:r>
              <a:rPr lang="en-GB" sz="1800" b="1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A</a:t>
            </a:r>
            <a:r>
              <a:rPr sz="1800" b="1" dirty="0" err="1">
                <a:solidFill>
                  <a:srgbClr val="26374C"/>
                </a:solidFill>
                <a:latin typeface="Arial"/>
                <a:ea typeface="Arial"/>
                <a:cs typeface="Arial"/>
              </a:rPr>
              <a:t>ctor</a:t>
            </a:r>
            <a:r>
              <a:rPr sz="1800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 is an active, autonomous entity that aims to achieve its goals by exercising its know-how, in collaboration with other actors.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C2606FD-3933-4AD2-A564-2BE5AFF7171F}"/>
              </a:ext>
            </a:extLst>
          </p:cNvPr>
          <p:cNvSpPr>
            <a:spLocks noGrp="1"/>
          </p:cNvSpPr>
          <p:nvPr/>
        </p:nvSpPr>
        <p:spPr>
          <a:xfrm>
            <a:off x="8572500" y="2381250"/>
            <a:ext cx="2000250" cy="2000250"/>
          </a:xfrm>
          <a:prstGeom prst="ellipse">
            <a:avLst/>
          </a:prstGeom>
          <a:solidFill>
            <a:srgbClr val="D0FFC1"/>
          </a:solidFill>
          <a:ln w="19050">
            <a:solidFill>
              <a:srgbClr val="222222"/>
            </a:solidFill>
          </a:ln>
        </p:spPr>
        <p:txBody>
          <a:bodyPr anchor="ctr">
            <a:noAutofit/>
          </a:bodyPr>
          <a:lstStyle/>
          <a:p>
            <a:pPr algn="ctr">
              <a:buNone/>
              <a:defRPr sz="1950">
                <a:solidFill>
                  <a:srgbClr val="163D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63DFF"/>
                </a:solidFill>
                <a:latin typeface="Arial"/>
                <a:ea typeface="Arial"/>
                <a:cs typeface="Arial"/>
              </a:rPr>
              <a:t>Travel</a:t>
            </a:r>
          </a:p>
          <a:p>
            <a:pPr algn="ctr">
              <a:buNone/>
              <a:defRPr sz="1950">
                <a:solidFill>
                  <a:srgbClr val="163D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63DFF"/>
                </a:solidFill>
                <a:latin typeface="Arial"/>
                <a:ea typeface="Arial"/>
                <a:cs typeface="Arial"/>
              </a:rPr>
              <a:t>agency</a:t>
            </a:r>
          </a:p>
        </p:txBody>
      </p:sp>
    </p:spTree>
    <p:extLst>
      <p:ext uri="{BB962C8B-B14F-4D97-AF65-F5344CB8AC3E}">
        <p14:creationId xmlns:p14="http://schemas.microsoft.com/office/powerpoint/2010/main" val="1354766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C245979-D749-49E9-8C3D-9423F98AB8C0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4775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900" b="0">
                <a:solidFill>
                  <a:srgbClr val="239DAB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239DAB"/>
                </a:solidFill>
                <a:latin typeface="Arial"/>
                <a:ea typeface="Arial"/>
                <a:cs typeface="Arial"/>
              </a:rPr>
              <a:t>Agents and roles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19195E-10FE-421D-8512-ED46DEEC43F4}"/>
              </a:ext>
            </a:extLst>
          </p:cNvPr>
          <p:cNvSpPr>
            <a:spLocks noGrp="1"/>
          </p:cNvSpPr>
          <p:nvPr/>
        </p:nvSpPr>
        <p:spPr>
          <a:xfrm>
            <a:off x="11334750" y="6153150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8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7B22FD-5528-4CD3-BC5E-6DA96899BDA1}"/>
              </a:ext>
            </a:extLst>
          </p:cNvPr>
          <p:cNvSpPr>
            <a:spLocks noGrp="1"/>
          </p:cNvSpPr>
          <p:nvPr/>
        </p:nvSpPr>
        <p:spPr>
          <a:xfrm>
            <a:off x="809625" y="1476375"/>
            <a:ext cx="10572750" cy="2286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iStar 2.0 distinguishes two types of actor: agent and role.</a:t>
            </a: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endParaRPr lang="en-GB" sz="1800" b="0" dirty="0">
              <a:solidFill>
                <a:srgbClr val="26374C"/>
              </a:solidFill>
              <a:latin typeface="Arial"/>
              <a:ea typeface="Arial"/>
              <a:cs typeface="Arial"/>
            </a:endParaRP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lang="en-GB" sz="1800" b="1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A</a:t>
            </a:r>
            <a:r>
              <a:rPr sz="1800" b="1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gent</a:t>
            </a:r>
            <a:r>
              <a:rPr sz="1800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: an actor with a concrete, physical manifestation, such as an individual, an </a:t>
            </a:r>
            <a:r>
              <a:rPr sz="1800" b="0" dirty="0" err="1">
                <a:solidFill>
                  <a:srgbClr val="26374C"/>
                </a:solidFill>
                <a:latin typeface="Arial"/>
                <a:ea typeface="Arial"/>
                <a:cs typeface="Arial"/>
              </a:rPr>
              <a:t>organisation</a:t>
            </a:r>
            <a:r>
              <a:rPr sz="1800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 or a department.</a:t>
            </a: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Role</a:t>
            </a:r>
            <a:r>
              <a:rPr sz="1800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: an abstract </a:t>
            </a:r>
            <a:r>
              <a:rPr sz="1800" b="0" dirty="0" err="1">
                <a:solidFill>
                  <a:srgbClr val="26374C"/>
                </a:solidFill>
                <a:latin typeface="Arial"/>
                <a:ea typeface="Arial"/>
                <a:cs typeface="Arial"/>
              </a:rPr>
              <a:t>characterisation</a:t>
            </a:r>
            <a:r>
              <a:rPr sz="1800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 of a social actor’s </a:t>
            </a:r>
            <a:r>
              <a:rPr sz="1800" b="0" dirty="0" err="1">
                <a:solidFill>
                  <a:srgbClr val="26374C"/>
                </a:solidFill>
                <a:latin typeface="Arial"/>
                <a:ea typeface="Arial"/>
                <a:cs typeface="Arial"/>
              </a:rPr>
              <a:t>behaviour</a:t>
            </a:r>
            <a:r>
              <a:rPr sz="1800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 within a </a:t>
            </a:r>
            <a:r>
              <a:rPr sz="1800" b="0" dirty="0" err="1">
                <a:solidFill>
                  <a:srgbClr val="26374C"/>
                </a:solidFill>
                <a:latin typeface="Arial"/>
                <a:ea typeface="Arial"/>
                <a:cs typeface="Arial"/>
              </a:rPr>
              <a:t>specialised</a:t>
            </a:r>
            <a:r>
              <a:rPr sz="1800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 context or domain.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F13D27E-2894-43C7-9019-FEF48E589DE2}"/>
              </a:ext>
            </a:extLst>
          </p:cNvPr>
          <p:cNvSpPr>
            <a:spLocks noGrp="1"/>
          </p:cNvSpPr>
          <p:nvPr/>
        </p:nvSpPr>
        <p:spPr>
          <a:xfrm>
            <a:off x="4095750" y="4095750"/>
            <a:ext cx="1428750" cy="1428750"/>
          </a:xfrm>
          <a:prstGeom prst="ellipse">
            <a:avLst/>
          </a:prstGeom>
          <a:solidFill>
            <a:srgbClr val="D0FFC1"/>
          </a:solidFill>
          <a:ln w="19050">
            <a:solidFill>
              <a:srgbClr val="222222"/>
            </a:solidFill>
          </a:ln>
        </p:spPr>
        <p:txBody>
          <a:bodyPr anchor="ctr">
            <a:noAutofit/>
          </a:bodyPr>
          <a:lstStyle/>
          <a:p>
            <a:pPr algn="ctr">
              <a:buNone/>
              <a:defRPr sz="1200">
                <a:solidFill>
                  <a:srgbClr val="163D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63DFF"/>
                </a:solidFill>
                <a:latin typeface="Arial"/>
                <a:ea typeface="Arial"/>
                <a:cs typeface="Arial"/>
              </a:rPr>
              <a:t>Univ. of</a:t>
            </a:r>
          </a:p>
          <a:p>
            <a:pPr algn="ctr">
              <a:buNone/>
              <a:defRPr sz="1200">
                <a:solidFill>
                  <a:srgbClr val="163D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63DFF"/>
                </a:solidFill>
                <a:latin typeface="Arial"/>
                <a:ea typeface="Arial"/>
                <a:cs typeface="Arial"/>
              </a:rPr>
              <a:t>Wonderland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933B7833-5B2D-428D-9869-5B2286E4E534}"/>
              </a:ext>
            </a:extLst>
          </p:cNvPr>
          <p:cNvSpPr>
            <a:spLocks noGrp="1"/>
          </p:cNvSpPr>
          <p:nvPr/>
        </p:nvSpPr>
        <p:spPr>
          <a:xfrm>
            <a:off x="4238625" y="4410075"/>
            <a:ext cx="1143000" cy="0"/>
          </a:xfrm>
          <a:prstGeom prst="line">
            <a:avLst/>
          </a:prstGeom>
          <a:noFill/>
          <a:ln w="14288">
            <a:solidFill>
              <a:srgbClr val="222222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346B7A8-1990-4AFF-AC20-42CF8AF0324C}"/>
              </a:ext>
            </a:extLst>
          </p:cNvPr>
          <p:cNvSpPr>
            <a:spLocks noGrp="1"/>
          </p:cNvSpPr>
          <p:nvPr/>
        </p:nvSpPr>
        <p:spPr>
          <a:xfrm>
            <a:off x="6334125" y="4095750"/>
            <a:ext cx="1428750" cy="1428750"/>
          </a:xfrm>
          <a:prstGeom prst="ellipse">
            <a:avLst/>
          </a:prstGeom>
          <a:solidFill>
            <a:srgbClr val="D0FFC1"/>
          </a:solidFill>
          <a:ln w="19050">
            <a:solidFill>
              <a:srgbClr val="222222"/>
            </a:solidFill>
          </a:ln>
        </p:spPr>
        <p:txBody>
          <a:bodyPr anchor="ctr">
            <a:noAutofit/>
          </a:bodyPr>
          <a:lstStyle/>
          <a:p>
            <a:pPr algn="ctr">
              <a:buNone/>
              <a:defRPr sz="1200">
                <a:solidFill>
                  <a:srgbClr val="163D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63DFF"/>
                </a:solidFill>
                <a:latin typeface="Arial"/>
                <a:ea typeface="Arial"/>
                <a:cs typeface="Arial"/>
              </a:rPr>
              <a:t>PhD</a:t>
            </a:r>
          </a:p>
          <a:p>
            <a:pPr algn="ctr">
              <a:buNone/>
              <a:defRPr sz="1200">
                <a:solidFill>
                  <a:srgbClr val="163D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63DFF"/>
                </a:solidFill>
                <a:latin typeface="Arial"/>
                <a:ea typeface="Arial"/>
                <a:cs typeface="Arial"/>
              </a:rPr>
              <a:t>student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60A43F5-FE27-4BB9-8398-E0E29013DD26}"/>
              </a:ext>
            </a:extLst>
          </p:cNvPr>
          <p:cNvSpPr>
            <a:spLocks noGrp="1"/>
          </p:cNvSpPr>
          <p:nvPr/>
        </p:nvSpPr>
        <p:spPr>
          <a:xfrm>
            <a:off x="6334125" y="4095750"/>
            <a:ext cx="1428750" cy="1428750"/>
          </a:xfrm>
          <a:custGeom>
            <a:avLst/>
            <a:gdLst/>
            <a:ahLst/>
            <a:cxnLst/>
            <a:rect l="0" t="0" r="0" b="0"/>
            <a:pathLst>
              <a:path w="1428750" h="1428750">
                <a:moveTo>
                  <a:pt x="214313" y="1185863"/>
                </a:moveTo>
                <a:lnTo>
                  <a:pt x="264319" y="1199273"/>
                </a:lnTo>
                <a:lnTo>
                  <a:pt x="314325" y="1212353"/>
                </a:lnTo>
                <a:lnTo>
                  <a:pt x="364331" y="1224781"/>
                </a:lnTo>
                <a:lnTo>
                  <a:pt x="414338" y="1236250"/>
                </a:lnTo>
                <a:lnTo>
                  <a:pt x="464344" y="1246479"/>
                </a:lnTo>
                <a:lnTo>
                  <a:pt x="514350" y="1255215"/>
                </a:lnTo>
                <a:lnTo>
                  <a:pt x="564356" y="1262244"/>
                </a:lnTo>
                <a:lnTo>
                  <a:pt x="614363" y="1267392"/>
                </a:lnTo>
                <a:lnTo>
                  <a:pt x="664369" y="1270532"/>
                </a:lnTo>
                <a:lnTo>
                  <a:pt x="714375" y="1271588"/>
                </a:lnTo>
                <a:lnTo>
                  <a:pt x="764381" y="1270532"/>
                </a:lnTo>
                <a:lnTo>
                  <a:pt x="814388" y="1267392"/>
                </a:lnTo>
                <a:lnTo>
                  <a:pt x="864394" y="1262244"/>
                </a:lnTo>
                <a:lnTo>
                  <a:pt x="914400" y="1255215"/>
                </a:lnTo>
                <a:lnTo>
                  <a:pt x="964406" y="1246479"/>
                </a:lnTo>
                <a:lnTo>
                  <a:pt x="1014413" y="1236250"/>
                </a:lnTo>
                <a:lnTo>
                  <a:pt x="1064419" y="1224781"/>
                </a:lnTo>
                <a:lnTo>
                  <a:pt x="1114425" y="1212353"/>
                </a:lnTo>
                <a:lnTo>
                  <a:pt x="1164431" y="1199273"/>
                </a:lnTo>
                <a:lnTo>
                  <a:pt x="1214438" y="1185863"/>
                </a:lnTo>
              </a:path>
            </a:pathLst>
          </a:custGeom>
          <a:noFill/>
          <a:ln w="14288">
            <a:solidFill>
              <a:srgbClr val="222222"/>
            </a:solidFill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4766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97E7580-FB38-408D-A749-E9D43F100A7D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4775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900" b="0">
                <a:solidFill>
                  <a:srgbClr val="239DAB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239DAB"/>
                </a:solidFill>
                <a:latin typeface="Arial"/>
                <a:ea typeface="Arial"/>
                <a:cs typeface="Arial"/>
              </a:rPr>
              <a:t>Which one should I use?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6371E2-F7DF-4673-86C8-D2DFD4DA53B1}"/>
              </a:ext>
            </a:extLst>
          </p:cNvPr>
          <p:cNvSpPr>
            <a:spLocks noGrp="1"/>
          </p:cNvSpPr>
          <p:nvPr/>
        </p:nvSpPr>
        <p:spPr>
          <a:xfrm>
            <a:off x="11334750" y="6153150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8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FED067-9133-4863-9DB0-AA7FB99A77F7}"/>
              </a:ext>
            </a:extLst>
          </p:cNvPr>
          <p:cNvSpPr>
            <a:spLocks noGrp="1"/>
          </p:cNvSpPr>
          <p:nvPr/>
        </p:nvSpPr>
        <p:spPr>
          <a:xfrm>
            <a:off x="809625" y="1571625"/>
            <a:ext cx="8286750" cy="381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114300">
              <a:spcAft>
                <a:spcPts val="1300"/>
              </a:spcAft>
              <a:buChar char="•"/>
              <a:defRPr sz="195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Can I identify a concrete individual or (sub)</a:t>
            </a:r>
            <a:r>
              <a:rPr b="0" dirty="0" err="1">
                <a:solidFill>
                  <a:srgbClr val="26374C"/>
                </a:solidFill>
                <a:latin typeface="Arial"/>
                <a:ea typeface="Arial"/>
                <a:cs typeface="Arial"/>
              </a:rPr>
              <a:t>organisation</a:t>
            </a:r>
            <a:r>
              <a:rPr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? </a:t>
            </a:r>
            <a:endParaRPr lang="en-GB" dirty="0">
              <a:solidFill>
                <a:srgbClr val="26374C"/>
              </a:solidFill>
              <a:latin typeface="Arial"/>
              <a:ea typeface="Arial"/>
              <a:cs typeface="Arial"/>
            </a:endParaRPr>
          </a:p>
          <a:p>
            <a:pPr marL="228600" indent="-114300">
              <a:spcAft>
                <a:spcPts val="1300"/>
              </a:spcAft>
              <a:buChar char="•"/>
              <a:defRPr sz="195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endParaRPr lang="en-GB" b="0" dirty="0">
              <a:solidFill>
                <a:srgbClr val="26374C"/>
              </a:solidFill>
              <a:latin typeface="Arial"/>
              <a:ea typeface="Arial"/>
              <a:cs typeface="Arial"/>
            </a:endParaRPr>
          </a:p>
          <a:p>
            <a:pPr marL="228600" indent="-114300">
              <a:spcAft>
                <a:spcPts val="1300"/>
              </a:spcAft>
              <a:buChar char="•"/>
              <a:defRPr sz="195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endParaRPr lang="en-GB" b="0" dirty="0">
              <a:solidFill>
                <a:srgbClr val="26374C"/>
              </a:solidFill>
              <a:latin typeface="Arial"/>
              <a:ea typeface="Arial"/>
              <a:cs typeface="Arial"/>
            </a:endParaRPr>
          </a:p>
          <a:p>
            <a:pPr marL="228600" indent="-114300">
              <a:spcAft>
                <a:spcPts val="1300"/>
              </a:spcAft>
              <a:buChar char="•"/>
              <a:defRPr sz="195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endParaRPr lang="en-GB" b="0" dirty="0">
              <a:solidFill>
                <a:srgbClr val="26374C"/>
              </a:solidFill>
              <a:latin typeface="Arial"/>
              <a:ea typeface="Arial"/>
              <a:cs typeface="Arial"/>
            </a:endParaRPr>
          </a:p>
          <a:p>
            <a:pPr marL="228600" indent="-114300">
              <a:spcAft>
                <a:spcPts val="1300"/>
              </a:spcAft>
              <a:buChar char="•"/>
              <a:defRPr sz="195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Do I want to </a:t>
            </a:r>
            <a:r>
              <a:rPr sz="1950" b="0" dirty="0" err="1">
                <a:solidFill>
                  <a:srgbClr val="26374C"/>
                </a:solidFill>
                <a:latin typeface="Arial"/>
                <a:ea typeface="Arial"/>
                <a:cs typeface="Arial"/>
              </a:rPr>
              <a:t>characterise</a:t>
            </a:r>
            <a:r>
              <a:rPr sz="1950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 </a:t>
            </a:r>
            <a:r>
              <a:rPr lang="en-GB" sz="1950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as </a:t>
            </a:r>
            <a:r>
              <a:rPr sz="1950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an abstract class?</a:t>
            </a:r>
          </a:p>
          <a:p>
            <a:pPr marL="228600" indent="-114300">
              <a:spcAft>
                <a:spcPts val="1300"/>
              </a:spcAft>
              <a:buChar char="•"/>
              <a:defRPr sz="195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endParaRPr lang="en-GB" sz="1950" b="0" dirty="0">
              <a:solidFill>
                <a:srgbClr val="26374C"/>
              </a:solidFill>
              <a:latin typeface="Arial"/>
              <a:ea typeface="Arial"/>
              <a:cs typeface="Arial"/>
            </a:endParaRPr>
          </a:p>
          <a:p>
            <a:pPr marL="228600" indent="-114300">
              <a:spcAft>
                <a:spcPts val="1300"/>
              </a:spcAft>
              <a:buChar char="•"/>
              <a:defRPr sz="195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endParaRPr lang="en-GB" sz="1950" dirty="0">
              <a:solidFill>
                <a:srgbClr val="26374C"/>
              </a:solidFill>
              <a:latin typeface="Arial"/>
              <a:ea typeface="Arial"/>
              <a:cs typeface="Arial"/>
            </a:endParaRPr>
          </a:p>
          <a:p>
            <a:pPr marL="228600" indent="-114300">
              <a:spcAft>
                <a:spcPts val="1300"/>
              </a:spcAft>
              <a:buChar char="•"/>
              <a:defRPr sz="195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endParaRPr lang="en-GB" sz="700" b="0" dirty="0">
              <a:solidFill>
                <a:srgbClr val="26374C"/>
              </a:solidFill>
              <a:ea typeface="Arial"/>
              <a:cs typeface="Arial"/>
            </a:endParaRPr>
          </a:p>
          <a:p>
            <a:pPr marL="228600" indent="-114300">
              <a:spcAft>
                <a:spcPts val="1300"/>
              </a:spcAft>
              <a:buChar char="•"/>
              <a:defRPr sz="195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I do not know yet, or the distinction does not matter.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1EA5550-CCC6-4836-8F5B-93C4D5F158BD}"/>
              </a:ext>
            </a:extLst>
          </p:cNvPr>
          <p:cNvSpPr>
            <a:spLocks noGrp="1"/>
          </p:cNvSpPr>
          <p:nvPr/>
        </p:nvSpPr>
        <p:spPr>
          <a:xfrm>
            <a:off x="4422913" y="3865538"/>
            <a:ext cx="1143000" cy="1143000"/>
          </a:xfrm>
          <a:prstGeom prst="ellipse">
            <a:avLst/>
          </a:prstGeom>
          <a:solidFill>
            <a:srgbClr val="D0FFC1"/>
          </a:solidFill>
          <a:ln w="19050">
            <a:solidFill>
              <a:srgbClr val="222222"/>
            </a:solidFill>
          </a:ln>
        </p:spPr>
        <p:txBody>
          <a:bodyPr anchor="ctr">
            <a:noAutofit/>
          </a:bodyPr>
          <a:lstStyle/>
          <a:p>
            <a:pPr algn="ctr">
              <a:buNone/>
              <a:defRPr sz="1200">
                <a:solidFill>
                  <a:srgbClr val="163D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63DFF"/>
                </a:solidFill>
                <a:latin typeface="Arial"/>
                <a:ea typeface="Arial"/>
                <a:cs typeface="Arial"/>
              </a:rPr>
              <a:t>PhD</a:t>
            </a:r>
          </a:p>
          <a:p>
            <a:pPr algn="ctr">
              <a:buNone/>
              <a:defRPr sz="1200">
                <a:solidFill>
                  <a:srgbClr val="163D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63DFF"/>
                </a:solidFill>
                <a:latin typeface="Arial"/>
                <a:ea typeface="Arial"/>
                <a:cs typeface="Arial"/>
              </a:rPr>
              <a:t>student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8A8CF99-939D-4365-81D7-87B1917BF10F}"/>
              </a:ext>
            </a:extLst>
          </p:cNvPr>
          <p:cNvSpPr>
            <a:spLocks noGrp="1"/>
          </p:cNvSpPr>
          <p:nvPr/>
        </p:nvSpPr>
        <p:spPr>
          <a:xfrm>
            <a:off x="4422913" y="3853669"/>
            <a:ext cx="1143000" cy="1143000"/>
          </a:xfrm>
          <a:custGeom>
            <a:avLst/>
            <a:gdLst/>
            <a:ahLst/>
            <a:cxnLst/>
            <a:rect l="0" t="0" r="0" b="0"/>
            <a:pathLst>
              <a:path w="1143000" h="1143000">
                <a:moveTo>
                  <a:pt x="171450" y="948690"/>
                </a:moveTo>
                <a:lnTo>
                  <a:pt x="211455" y="959418"/>
                </a:lnTo>
                <a:lnTo>
                  <a:pt x="251460" y="969882"/>
                </a:lnTo>
                <a:lnTo>
                  <a:pt x="291465" y="979825"/>
                </a:lnTo>
                <a:lnTo>
                  <a:pt x="331470" y="989000"/>
                </a:lnTo>
                <a:lnTo>
                  <a:pt x="371475" y="997183"/>
                </a:lnTo>
                <a:lnTo>
                  <a:pt x="411480" y="1004172"/>
                </a:lnTo>
                <a:lnTo>
                  <a:pt x="451485" y="1009795"/>
                </a:lnTo>
                <a:lnTo>
                  <a:pt x="491490" y="1013913"/>
                </a:lnTo>
                <a:lnTo>
                  <a:pt x="531495" y="1016426"/>
                </a:lnTo>
                <a:lnTo>
                  <a:pt x="571500" y="1017270"/>
                </a:lnTo>
                <a:lnTo>
                  <a:pt x="611505" y="1016426"/>
                </a:lnTo>
                <a:lnTo>
                  <a:pt x="651510" y="1013913"/>
                </a:lnTo>
                <a:lnTo>
                  <a:pt x="691515" y="1009795"/>
                </a:lnTo>
                <a:lnTo>
                  <a:pt x="731520" y="1004172"/>
                </a:lnTo>
                <a:lnTo>
                  <a:pt x="771525" y="997183"/>
                </a:lnTo>
                <a:lnTo>
                  <a:pt x="811530" y="989000"/>
                </a:lnTo>
                <a:lnTo>
                  <a:pt x="851535" y="979825"/>
                </a:lnTo>
                <a:lnTo>
                  <a:pt x="891540" y="969882"/>
                </a:lnTo>
                <a:lnTo>
                  <a:pt x="931545" y="959418"/>
                </a:lnTo>
                <a:lnTo>
                  <a:pt x="971550" y="948690"/>
                </a:lnTo>
              </a:path>
            </a:pathLst>
          </a:custGeom>
          <a:noFill/>
          <a:ln w="14288">
            <a:solidFill>
              <a:srgbClr val="222222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232E8E0-9074-4587-BC75-54F917A3EC13}"/>
              </a:ext>
            </a:extLst>
          </p:cNvPr>
          <p:cNvSpPr>
            <a:spLocks noGrp="1"/>
          </p:cNvSpPr>
          <p:nvPr/>
        </p:nvSpPr>
        <p:spPr>
          <a:xfrm>
            <a:off x="4422913" y="5527128"/>
            <a:ext cx="1143000" cy="1143000"/>
          </a:xfrm>
          <a:prstGeom prst="ellipse">
            <a:avLst/>
          </a:prstGeom>
          <a:solidFill>
            <a:srgbClr val="D0FFC1"/>
          </a:solidFill>
          <a:ln w="19050">
            <a:solidFill>
              <a:srgbClr val="222222"/>
            </a:solidFill>
          </a:ln>
        </p:spPr>
        <p:txBody>
          <a:bodyPr anchor="ctr">
            <a:noAutofit/>
          </a:bodyPr>
          <a:lstStyle/>
          <a:p>
            <a:pPr algn="ctr">
              <a:buNone/>
              <a:defRPr sz="1200">
                <a:solidFill>
                  <a:srgbClr val="163DFF"/>
                </a:solidFill>
                <a:latin typeface="Arial"/>
                <a:ea typeface="Arial"/>
                <a:cs typeface="Arial"/>
              </a:defRPr>
            </a:pPr>
            <a:r>
              <a:rPr sz="1200" dirty="0">
                <a:solidFill>
                  <a:srgbClr val="163DFF"/>
                </a:solidFill>
                <a:latin typeface="Arial"/>
                <a:ea typeface="Arial"/>
                <a:cs typeface="Arial"/>
              </a:rPr>
              <a:t>Travel</a:t>
            </a:r>
          </a:p>
          <a:p>
            <a:pPr algn="ctr">
              <a:buNone/>
              <a:defRPr sz="1200">
                <a:solidFill>
                  <a:srgbClr val="163DFF"/>
                </a:solidFill>
                <a:latin typeface="Arial"/>
                <a:ea typeface="Arial"/>
                <a:cs typeface="Arial"/>
              </a:defRPr>
            </a:pPr>
            <a:r>
              <a:rPr sz="1200" dirty="0">
                <a:solidFill>
                  <a:srgbClr val="163DFF"/>
                </a:solidFill>
                <a:latin typeface="Arial"/>
                <a:ea typeface="Arial"/>
                <a:cs typeface="Arial"/>
              </a:rPr>
              <a:t>agency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D8D8F8C-873A-48E3-AD0A-5A5A4CB69244}"/>
              </a:ext>
            </a:extLst>
          </p:cNvPr>
          <p:cNvSpPr>
            <a:spLocks noGrp="1"/>
          </p:cNvSpPr>
          <p:nvPr/>
        </p:nvSpPr>
        <p:spPr>
          <a:xfrm>
            <a:off x="4422913" y="1990529"/>
            <a:ext cx="1143000" cy="1143000"/>
          </a:xfrm>
          <a:prstGeom prst="ellipse">
            <a:avLst/>
          </a:prstGeom>
          <a:solidFill>
            <a:srgbClr val="D0FFC1"/>
          </a:solidFill>
          <a:ln w="19050">
            <a:solidFill>
              <a:srgbClr val="222222"/>
            </a:solidFill>
          </a:ln>
        </p:spPr>
        <p:txBody>
          <a:bodyPr anchor="ctr">
            <a:noAutofit/>
          </a:bodyPr>
          <a:lstStyle/>
          <a:p>
            <a:pPr algn="ctr">
              <a:buNone/>
              <a:defRPr sz="1200">
                <a:solidFill>
                  <a:srgbClr val="163D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63DFF"/>
                </a:solidFill>
                <a:latin typeface="Arial"/>
                <a:ea typeface="Arial"/>
                <a:cs typeface="Arial"/>
              </a:rPr>
              <a:t>Univ. of</a:t>
            </a:r>
          </a:p>
          <a:p>
            <a:pPr algn="ctr">
              <a:buNone/>
              <a:defRPr sz="1200">
                <a:solidFill>
                  <a:srgbClr val="163D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63DFF"/>
                </a:solidFill>
                <a:latin typeface="Arial"/>
                <a:ea typeface="Arial"/>
                <a:cs typeface="Arial"/>
              </a:rPr>
              <a:t>Wonderland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D048BC82-DE92-444F-8EB4-5330AA3A4194}"/>
              </a:ext>
            </a:extLst>
          </p:cNvPr>
          <p:cNvSpPr>
            <a:spLocks noGrp="1"/>
          </p:cNvSpPr>
          <p:nvPr/>
        </p:nvSpPr>
        <p:spPr>
          <a:xfrm>
            <a:off x="4569240" y="2205821"/>
            <a:ext cx="914400" cy="0"/>
          </a:xfrm>
          <a:prstGeom prst="line">
            <a:avLst/>
          </a:prstGeom>
          <a:noFill/>
          <a:ln w="14288">
            <a:solidFill>
              <a:srgbClr val="222222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360D1B5C-0058-5FAD-8EC6-5DC8827A8D81}"/>
              </a:ext>
            </a:extLst>
          </p:cNvPr>
          <p:cNvSpPr/>
          <p:nvPr/>
        </p:nvSpPr>
        <p:spPr>
          <a:xfrm>
            <a:off x="3251935" y="2319712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0E49CB-83A8-5D14-2880-707A0A4E30C6}"/>
              </a:ext>
            </a:extLst>
          </p:cNvPr>
          <p:cNvSpPr txBox="1"/>
          <p:nvPr/>
        </p:nvSpPr>
        <p:spPr>
          <a:xfrm>
            <a:off x="1618972" y="2377362"/>
            <a:ext cx="155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Use an Agent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B20E5C4B-6E78-F58C-7EE9-03244C3795AF}"/>
              </a:ext>
            </a:extLst>
          </p:cNvPr>
          <p:cNvSpPr/>
          <p:nvPr/>
        </p:nvSpPr>
        <p:spPr>
          <a:xfrm>
            <a:off x="3251935" y="4194722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845B6C-0189-BB4C-1736-B53B193D7819}"/>
              </a:ext>
            </a:extLst>
          </p:cNvPr>
          <p:cNvSpPr txBox="1"/>
          <p:nvPr/>
        </p:nvSpPr>
        <p:spPr>
          <a:xfrm>
            <a:off x="1618972" y="4252372"/>
            <a:ext cx="155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Use a Role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7DC4B703-24E3-B38A-DB98-85838E828DB9}"/>
              </a:ext>
            </a:extLst>
          </p:cNvPr>
          <p:cNvSpPr/>
          <p:nvPr/>
        </p:nvSpPr>
        <p:spPr>
          <a:xfrm>
            <a:off x="3251935" y="5876523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7872C6B-4340-2BF6-8FBE-A8F78E716F2C}"/>
              </a:ext>
            </a:extLst>
          </p:cNvPr>
          <p:cNvSpPr txBox="1"/>
          <p:nvPr/>
        </p:nvSpPr>
        <p:spPr>
          <a:xfrm>
            <a:off x="1618972" y="5934173"/>
            <a:ext cx="155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Use an Actor</a:t>
            </a:r>
          </a:p>
        </p:txBody>
      </p:sp>
    </p:spTree>
    <p:extLst>
      <p:ext uri="{BB962C8B-B14F-4D97-AF65-F5344CB8AC3E}">
        <p14:creationId xmlns:p14="http://schemas.microsoft.com/office/powerpoint/2010/main" val="1354766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6F842D5-D2A9-40A9-9BF4-8324EB50FC40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4775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900" b="0">
                <a:solidFill>
                  <a:srgbClr val="239DAB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239DAB"/>
                </a:solidFill>
                <a:latin typeface="Arial"/>
                <a:ea typeface="Arial"/>
                <a:cs typeface="Arial"/>
              </a:rPr>
              <a:t>Actor association links: is-a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6C46FA-38E8-46E5-9A47-82C9F3D0919D}"/>
              </a:ext>
            </a:extLst>
          </p:cNvPr>
          <p:cNvSpPr>
            <a:spLocks noGrp="1"/>
          </p:cNvSpPr>
          <p:nvPr/>
        </p:nvSpPr>
        <p:spPr>
          <a:xfrm>
            <a:off x="11334750" y="6153150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8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0D912B-4AEC-43F2-BC4F-659F27230F39}"/>
              </a:ext>
            </a:extLst>
          </p:cNvPr>
          <p:cNvSpPr>
            <a:spLocks noGrp="1"/>
          </p:cNvSpPr>
          <p:nvPr/>
        </p:nvSpPr>
        <p:spPr>
          <a:xfrm>
            <a:off x="809625" y="1476375"/>
            <a:ext cx="10572750" cy="2857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Actor links relate multiple actors, including agents and roles.</a:t>
            </a: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iStar 2.0 offers binary, directed actor links.</a:t>
            </a: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is-a represents generalisation / specialisation.</a:t>
            </a: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It applies from role to role, or actor to actor.</a:t>
            </a: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It does not apply to agents. Why?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357808" y="4333875"/>
            <a:ext cx="5476384" cy="157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766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6CEF93A-63B9-40F9-B5CA-E59AEA4F8DAA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4775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900" b="0">
                <a:solidFill>
                  <a:srgbClr val="239DAB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239DAB"/>
                </a:solidFill>
                <a:latin typeface="Arial"/>
                <a:ea typeface="Arial"/>
                <a:cs typeface="Arial"/>
              </a:rPr>
              <a:t>Actor association links: participates-in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9042FB-C08C-4BBF-92D5-7154F8952B5F}"/>
              </a:ext>
            </a:extLst>
          </p:cNvPr>
          <p:cNvSpPr>
            <a:spLocks noGrp="1"/>
          </p:cNvSpPr>
          <p:nvPr/>
        </p:nvSpPr>
        <p:spPr>
          <a:xfrm>
            <a:off x="11334750" y="6153150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8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6EE660-7F12-400E-9201-88CDCF5E66AA}"/>
              </a:ext>
            </a:extLst>
          </p:cNvPr>
          <p:cNvSpPr>
            <a:spLocks noGrp="1"/>
          </p:cNvSpPr>
          <p:nvPr/>
        </p:nvSpPr>
        <p:spPr>
          <a:xfrm>
            <a:off x="809625" y="1476375"/>
            <a:ext cx="5760508" cy="419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participates-in</a:t>
            </a:r>
            <a:r>
              <a:rPr sz="1800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 represents an association between two actors other than is-a.</a:t>
            </a: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Its meaning depends on the linked elements.</a:t>
            </a: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endParaRPr lang="en-GB" sz="1200" b="1" dirty="0">
              <a:solidFill>
                <a:srgbClr val="26374C"/>
              </a:solidFill>
              <a:latin typeface="Arial"/>
              <a:ea typeface="Arial"/>
              <a:cs typeface="Arial"/>
            </a:endParaRPr>
          </a:p>
          <a:p>
            <a:pPr marL="685800" lvl="1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b="1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Agent to role </a:t>
            </a:r>
            <a:r>
              <a:rPr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may represent the plays relationship</a:t>
            </a:r>
          </a:p>
          <a:p>
            <a:pPr marL="114300">
              <a:spcAft>
                <a:spcPts val="1300"/>
              </a:spcAft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endParaRPr lang="en-GB" dirty="0">
              <a:solidFill>
                <a:srgbClr val="26374C"/>
              </a:solidFill>
              <a:latin typeface="Arial"/>
              <a:ea typeface="Arial"/>
              <a:cs typeface="Arial"/>
            </a:endParaRP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endParaRPr lang="en-GB" sz="800" b="0" dirty="0">
              <a:solidFill>
                <a:srgbClr val="26374C"/>
              </a:solidFill>
              <a:latin typeface="Arial"/>
              <a:ea typeface="Arial"/>
              <a:cs typeface="Arial"/>
            </a:endParaRP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endParaRPr lang="en-GB" sz="1100" dirty="0">
              <a:solidFill>
                <a:srgbClr val="26374C"/>
              </a:solidFill>
              <a:latin typeface="Arial"/>
              <a:ea typeface="Arial"/>
              <a:cs typeface="Arial"/>
            </a:endParaRPr>
          </a:p>
          <a:p>
            <a:pPr marL="685800" lvl="1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lang="en-GB" b="1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Linking e</a:t>
            </a:r>
            <a:r>
              <a:rPr b="1" dirty="0" err="1">
                <a:solidFill>
                  <a:srgbClr val="26374C"/>
                </a:solidFill>
                <a:latin typeface="Arial"/>
                <a:ea typeface="Arial"/>
                <a:cs typeface="Arial"/>
              </a:rPr>
              <a:t>lements</a:t>
            </a:r>
            <a:r>
              <a:rPr b="1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 of the same type</a:t>
            </a:r>
            <a:r>
              <a:rPr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 may represent a part-of relationship.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DB6377B-9393-FCBE-41B3-7A153338F0CC}"/>
              </a:ext>
            </a:extLst>
          </p:cNvPr>
          <p:cNvGrpSpPr/>
          <p:nvPr/>
        </p:nvGrpSpPr>
        <p:grpSpPr>
          <a:xfrm>
            <a:off x="7981950" y="2616201"/>
            <a:ext cx="3400425" cy="2774512"/>
            <a:chOff x="8286750" y="2396506"/>
            <a:chExt cx="3095625" cy="2469273"/>
          </a:xfrm>
        </p:grpSpPr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3"/>
            <a:stretch/>
          </p:blipFill>
          <p:spPr>
            <a:xfrm>
              <a:off x="8286750" y="2396506"/>
              <a:ext cx="3095625" cy="2469273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A14EFD0-DF86-FC06-10CA-82F313C2AEA2}"/>
                </a:ext>
              </a:extLst>
            </p:cNvPr>
            <p:cNvSpPr/>
            <p:nvPr/>
          </p:nvSpPr>
          <p:spPr>
            <a:xfrm>
              <a:off x="8286750" y="3429000"/>
              <a:ext cx="3095625" cy="423333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6" name="Arrow: Right 5">
            <a:extLst>
              <a:ext uri="{FF2B5EF4-FFF2-40B4-BE49-F238E27FC236}">
                <a16:creationId xmlns:a16="http://schemas.microsoft.com/office/drawing/2014/main" id="{533CD216-E024-2BB7-6069-B55A15ED3189}"/>
              </a:ext>
            </a:extLst>
          </p:cNvPr>
          <p:cNvSpPr/>
          <p:nvPr/>
        </p:nvSpPr>
        <p:spPr>
          <a:xfrm>
            <a:off x="6714801" y="2963179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EB6573AB-A77B-2F47-F9C1-EA9AD927651B}"/>
              </a:ext>
            </a:extLst>
          </p:cNvPr>
          <p:cNvSpPr/>
          <p:nvPr/>
        </p:nvSpPr>
        <p:spPr>
          <a:xfrm>
            <a:off x="7003542" y="4692299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4766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82F8B32-210B-4FA0-A9B2-847A082F503D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4775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900" b="0">
                <a:solidFill>
                  <a:srgbClr val="239DAB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239DAB"/>
                </a:solidFill>
                <a:latin typeface="Arial"/>
                <a:ea typeface="Arial"/>
                <a:cs typeface="Arial"/>
              </a:rPr>
              <a:t>Outline: intentional elements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6130DF-75E9-4703-AA8D-51C23BADE55A}"/>
              </a:ext>
            </a:extLst>
          </p:cNvPr>
          <p:cNvSpPr>
            <a:spLocks noGrp="1"/>
          </p:cNvSpPr>
          <p:nvPr/>
        </p:nvSpPr>
        <p:spPr>
          <a:xfrm>
            <a:off x="11334750" y="6153150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8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E66FCE-F4A6-45B7-899E-31A73B569B49}"/>
              </a:ext>
            </a:extLst>
          </p:cNvPr>
          <p:cNvSpPr>
            <a:spLocks noGrp="1"/>
          </p:cNvSpPr>
          <p:nvPr/>
        </p:nvSpPr>
        <p:spPr>
          <a:xfrm>
            <a:off x="1047750" y="1666875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25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Actors and their links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0EF039-5695-4F99-8D92-681050E9B82A}"/>
              </a:ext>
            </a:extLst>
          </p:cNvPr>
          <p:cNvSpPr>
            <a:spLocks noGrp="1"/>
          </p:cNvSpPr>
          <p:nvPr/>
        </p:nvSpPr>
        <p:spPr>
          <a:xfrm>
            <a:off x="1047750" y="2524125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250" b="1">
                <a:solidFill>
                  <a:srgbClr val="239DA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39DAB"/>
                </a:solidFill>
                <a:latin typeface="Arial"/>
                <a:ea typeface="Arial"/>
                <a:cs typeface="Arial"/>
              </a:rPr>
              <a:t>Intentional elements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302D0F-C1E8-4022-981D-5C01B4FABD88}"/>
              </a:ext>
            </a:extLst>
          </p:cNvPr>
          <p:cNvSpPr>
            <a:spLocks noGrp="1"/>
          </p:cNvSpPr>
          <p:nvPr/>
        </p:nvSpPr>
        <p:spPr>
          <a:xfrm>
            <a:off x="1047750" y="3381375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25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Social dependencies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731B74-0EE2-4261-9795-60E0CC026D3D}"/>
              </a:ext>
            </a:extLst>
          </p:cNvPr>
          <p:cNvSpPr>
            <a:spLocks noGrp="1"/>
          </p:cNvSpPr>
          <p:nvPr/>
        </p:nvSpPr>
        <p:spPr>
          <a:xfrm>
            <a:off x="1047750" y="4238625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25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Linking intentional elements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F64645-6D7F-4133-9A7E-26E005B4AFAA}"/>
              </a:ext>
            </a:extLst>
          </p:cNvPr>
          <p:cNvSpPr>
            <a:spLocks noGrp="1"/>
          </p:cNvSpPr>
          <p:nvPr/>
        </p:nvSpPr>
        <p:spPr>
          <a:xfrm>
            <a:off x="6572250" y="1666875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25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Modelling views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58F980-CE1E-4EFB-A29F-2355FA488CDF}"/>
              </a:ext>
            </a:extLst>
          </p:cNvPr>
          <p:cNvSpPr>
            <a:spLocks noGrp="1"/>
          </p:cNvSpPr>
          <p:nvPr/>
        </p:nvSpPr>
        <p:spPr>
          <a:xfrm>
            <a:off x="1047750" y="2314575"/>
            <a:ext cx="38100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050" b="0">
                <a:solidFill>
                  <a:srgbClr val="239DA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9DAB"/>
                </a:solidFill>
                <a:latin typeface="Arial"/>
                <a:ea typeface="Arial"/>
                <a:cs typeface="Arial"/>
              </a:rPr>
              <a:t>Current topic</a:t>
            </a:r>
          </a:p>
        </p:txBody>
      </p:sp>
    </p:spTree>
    <p:extLst>
      <p:ext uri="{BB962C8B-B14F-4D97-AF65-F5344CB8AC3E}">
        <p14:creationId xmlns:p14="http://schemas.microsoft.com/office/powerpoint/2010/main" val="1354766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FABB78-4EE0-469D-BC8E-E7C60730E1E2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4775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900" b="0">
                <a:solidFill>
                  <a:srgbClr val="239DAB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239DAB"/>
                </a:solidFill>
                <a:latin typeface="Arial"/>
                <a:ea typeface="Arial"/>
                <a:cs typeface="Arial"/>
              </a:rPr>
              <a:t>Intentional elements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83A856-EBEB-4BEB-9652-302A95542638}"/>
              </a:ext>
            </a:extLst>
          </p:cNvPr>
          <p:cNvSpPr>
            <a:spLocks noGrp="1"/>
          </p:cNvSpPr>
          <p:nvPr/>
        </p:nvSpPr>
        <p:spPr>
          <a:xfrm>
            <a:off x="11334750" y="6153150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8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26682B-E6B1-4BC0-B894-48CE81FE21EB}"/>
              </a:ext>
            </a:extLst>
          </p:cNvPr>
          <p:cNvSpPr>
            <a:spLocks noGrp="1"/>
          </p:cNvSpPr>
          <p:nvPr/>
        </p:nvSpPr>
        <p:spPr>
          <a:xfrm>
            <a:off x="809625" y="1476375"/>
            <a:ext cx="6953250" cy="419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iStar 2.0 focuses on intentions: things that actors want.</a:t>
            </a: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Intentional elements appear inside an actor boundary, representing that actor’s perspective.</a:t>
            </a: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Four types: goal, quality, task and resource.</a:t>
            </a: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An empty actor boundary can be hidden.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096250" y="2056995"/>
            <a:ext cx="3095625" cy="3029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7665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B4ABD15-637C-4EF3-9611-FFC0660B938A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4775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900" b="0">
                <a:solidFill>
                  <a:srgbClr val="239DAB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239DAB"/>
                </a:solidFill>
                <a:latin typeface="Arial"/>
                <a:ea typeface="Arial"/>
                <a:cs typeface="Arial"/>
              </a:rPr>
              <a:t>Goals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F40080-ADF3-4F5C-B0E7-FC0E1DFAA5E2}"/>
              </a:ext>
            </a:extLst>
          </p:cNvPr>
          <p:cNvSpPr>
            <a:spLocks noGrp="1"/>
          </p:cNvSpPr>
          <p:nvPr/>
        </p:nvSpPr>
        <p:spPr>
          <a:xfrm>
            <a:off x="11334750" y="6153150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8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E214A1-D400-4150-9053-8978BDDF0FC7}"/>
              </a:ext>
            </a:extLst>
          </p:cNvPr>
          <p:cNvSpPr>
            <a:spLocks noGrp="1"/>
          </p:cNvSpPr>
          <p:nvPr/>
        </p:nvSpPr>
        <p:spPr>
          <a:xfrm>
            <a:off x="809625" y="1476375"/>
            <a:ext cx="6953250" cy="419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A goal is a state of affairs an actor wants to achieve, with clear-cut criteria of achievement.</a:t>
            </a: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Examples: “Amsterdam–Gifu travel booked”, “Paper published” and “Tickets booked”.</a:t>
            </a: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A clear criterion determines whether the goal has been achieved, for example, did I reach Gifu?</a:t>
            </a: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Goals are represented as ovals.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FCCD9EC-4E54-4750-AF61-FF5A0E32033C}"/>
              </a:ext>
            </a:extLst>
          </p:cNvPr>
          <p:cNvSpPr>
            <a:spLocks noGrp="1"/>
          </p:cNvSpPr>
          <p:nvPr/>
        </p:nvSpPr>
        <p:spPr>
          <a:xfrm>
            <a:off x="8382000" y="2857500"/>
            <a:ext cx="2476500" cy="1428750"/>
          </a:xfrm>
          <a:prstGeom prst="ellipse">
            <a:avLst/>
          </a:prstGeom>
          <a:solidFill>
            <a:srgbClr val="D0FFC1"/>
          </a:solidFill>
          <a:ln w="19050">
            <a:solidFill>
              <a:srgbClr val="222222"/>
            </a:solidFill>
          </a:ln>
        </p:spPr>
        <p:txBody>
          <a:bodyPr anchor="ctr">
            <a:noAutofit/>
          </a:bodyPr>
          <a:lstStyle/>
          <a:p>
            <a:pPr algn="ctr">
              <a:buNone/>
              <a:defRPr sz="1950">
                <a:solidFill>
                  <a:srgbClr val="163D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63DFF"/>
                </a:solidFill>
                <a:latin typeface="Arial"/>
                <a:ea typeface="Arial"/>
                <a:cs typeface="Arial"/>
              </a:rPr>
              <a:t>Tickets</a:t>
            </a:r>
          </a:p>
          <a:p>
            <a:pPr algn="ctr">
              <a:buNone/>
              <a:defRPr sz="1950">
                <a:solidFill>
                  <a:srgbClr val="163D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63DFF"/>
                </a:solidFill>
                <a:latin typeface="Arial"/>
                <a:ea typeface="Arial"/>
                <a:cs typeface="Arial"/>
              </a:rPr>
              <a:t>booked</a:t>
            </a:r>
          </a:p>
        </p:txBody>
      </p:sp>
    </p:spTree>
    <p:extLst>
      <p:ext uri="{BB962C8B-B14F-4D97-AF65-F5344CB8AC3E}">
        <p14:creationId xmlns:p14="http://schemas.microsoft.com/office/powerpoint/2010/main" val="1354766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CF40426-DF54-4F2A-BB78-F2BD8E537218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4775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900" b="0">
                <a:solidFill>
                  <a:srgbClr val="239DAB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239DAB"/>
                </a:solidFill>
                <a:latin typeface="Arial"/>
                <a:ea typeface="Arial"/>
                <a:cs typeface="Arial"/>
              </a:rPr>
              <a:t>Qualities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FD0422-C6A7-4D2E-91A0-37FBE2FD08E5}"/>
              </a:ext>
            </a:extLst>
          </p:cNvPr>
          <p:cNvSpPr>
            <a:spLocks noGrp="1"/>
          </p:cNvSpPr>
          <p:nvPr/>
        </p:nvSpPr>
        <p:spPr>
          <a:xfrm>
            <a:off x="11334750" y="6153150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8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CE316F-F003-4A6C-85AC-9FCE268F30A9}"/>
              </a:ext>
            </a:extLst>
          </p:cNvPr>
          <p:cNvSpPr>
            <a:spLocks noGrp="1"/>
          </p:cNvSpPr>
          <p:nvPr/>
        </p:nvSpPr>
        <p:spPr>
          <a:xfrm>
            <a:off x="809625" y="1476375"/>
            <a:ext cx="6953250" cy="419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A quality is an attribute for which an actor desires some level of achievement.</a:t>
            </a: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As attributes, qualities always relate to an entity.</a:t>
            </a: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Examples: performance of a system, yearly profit of an organisation, and quick booking of a trip.</a:t>
            </a: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Qualities guide the search for ways to achieve goals.</a:t>
            </a: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Qualities use curved, cloud-like shapes.</a:t>
            </a:r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3FD40C0A-44B3-4543-AD7D-A327D924CC5C}"/>
              </a:ext>
            </a:extLst>
          </p:cNvPr>
          <p:cNvSpPr>
            <a:spLocks noGrp="1"/>
          </p:cNvSpPr>
          <p:nvPr/>
        </p:nvSpPr>
        <p:spPr>
          <a:xfrm>
            <a:off x="8382000" y="2857500"/>
            <a:ext cx="2476500" cy="1714500"/>
          </a:xfrm>
          <a:prstGeom prst="cloud">
            <a:avLst/>
          </a:prstGeom>
          <a:solidFill>
            <a:srgbClr val="D0FFC1"/>
          </a:solidFill>
          <a:ln w="19050">
            <a:solidFill>
              <a:srgbClr val="222222"/>
            </a:solidFill>
          </a:ln>
        </p:spPr>
        <p:txBody>
          <a:bodyPr anchor="ctr">
            <a:noAutofit/>
          </a:bodyPr>
          <a:lstStyle/>
          <a:p>
            <a:pPr algn="ctr">
              <a:buNone/>
              <a:defRPr sz="1950">
                <a:solidFill>
                  <a:srgbClr val="163D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63DFF"/>
                </a:solidFill>
                <a:latin typeface="Arial"/>
                <a:ea typeface="Arial"/>
                <a:cs typeface="Arial"/>
              </a:rPr>
              <a:t>Quick</a:t>
            </a:r>
          </a:p>
          <a:p>
            <a:pPr algn="ctr">
              <a:buNone/>
              <a:defRPr sz="1950">
                <a:solidFill>
                  <a:srgbClr val="163D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63DFF"/>
                </a:solidFill>
                <a:latin typeface="Arial"/>
                <a:ea typeface="Arial"/>
                <a:cs typeface="Arial"/>
              </a:rPr>
              <a:t>booking</a:t>
            </a:r>
          </a:p>
        </p:txBody>
      </p:sp>
    </p:spTree>
    <p:extLst>
      <p:ext uri="{BB962C8B-B14F-4D97-AF65-F5344CB8AC3E}">
        <p14:creationId xmlns:p14="http://schemas.microsoft.com/office/powerpoint/2010/main" val="1354766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4D541AA-5C10-45D2-A143-BA81A0DA98CE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4775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900" b="0">
                <a:solidFill>
                  <a:srgbClr val="239DAB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239DAB"/>
                </a:solidFill>
                <a:latin typeface="Arial"/>
                <a:ea typeface="Arial"/>
                <a:cs typeface="Arial"/>
              </a:rPr>
              <a:t>Tasks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31B402-54DA-4695-B659-87722DE10422}"/>
              </a:ext>
            </a:extLst>
          </p:cNvPr>
          <p:cNvSpPr>
            <a:spLocks noGrp="1"/>
          </p:cNvSpPr>
          <p:nvPr/>
        </p:nvSpPr>
        <p:spPr>
          <a:xfrm>
            <a:off x="11334750" y="6153150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8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C05898-5A11-48CF-B3F4-B155A8035BFE}"/>
              </a:ext>
            </a:extLst>
          </p:cNvPr>
          <p:cNvSpPr>
            <a:spLocks noGrp="1"/>
          </p:cNvSpPr>
          <p:nvPr/>
        </p:nvSpPr>
        <p:spPr>
          <a:xfrm>
            <a:off x="809625" y="1476375"/>
            <a:ext cx="6953250" cy="419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A task represents actions that an actor wants to execute.</a:t>
            </a: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Tasks usually serve the purpose of achieving a goal.</a:t>
            </a: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Examples: “Pay for tickets”, “Take the train” and “Scan the receipt”.</a:t>
            </a: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Tasks are represented as diamonds.</a:t>
            </a: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F799381-35FB-4C5F-B9E9-C6842E076332}"/>
              </a:ext>
            </a:extLst>
          </p:cNvPr>
          <p:cNvSpPr>
            <a:spLocks noGrp="1"/>
          </p:cNvSpPr>
          <p:nvPr/>
        </p:nvSpPr>
        <p:spPr>
          <a:xfrm>
            <a:off x="8382000" y="2857500"/>
            <a:ext cx="2476500" cy="1428750"/>
          </a:xfrm>
          <a:prstGeom prst="hexagon">
            <a:avLst/>
          </a:prstGeom>
          <a:solidFill>
            <a:srgbClr val="D0FFC1"/>
          </a:solidFill>
          <a:ln w="19050">
            <a:solidFill>
              <a:srgbClr val="222222"/>
            </a:solidFill>
          </a:ln>
        </p:spPr>
        <p:txBody>
          <a:bodyPr anchor="ctr">
            <a:noAutofit/>
          </a:bodyPr>
          <a:lstStyle/>
          <a:p>
            <a:pPr algn="ctr">
              <a:buNone/>
              <a:defRPr sz="1950">
                <a:solidFill>
                  <a:srgbClr val="163D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63DFF"/>
                </a:solidFill>
                <a:latin typeface="Arial"/>
                <a:ea typeface="Arial"/>
                <a:cs typeface="Arial"/>
              </a:rPr>
              <a:t>Pay for</a:t>
            </a:r>
          </a:p>
          <a:p>
            <a:pPr algn="ctr">
              <a:buNone/>
              <a:defRPr sz="1950">
                <a:solidFill>
                  <a:srgbClr val="163D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63DFF"/>
                </a:solidFill>
                <a:latin typeface="Arial"/>
                <a:ea typeface="Arial"/>
                <a:cs typeface="Arial"/>
              </a:rPr>
              <a:t>tickets</a:t>
            </a:r>
          </a:p>
        </p:txBody>
      </p:sp>
    </p:spTree>
    <p:extLst>
      <p:ext uri="{BB962C8B-B14F-4D97-AF65-F5344CB8AC3E}">
        <p14:creationId xmlns:p14="http://schemas.microsoft.com/office/powerpoint/2010/main" val="13547665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67AFEAD-81D8-4337-85BC-43915BB67DCB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4775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900" b="0">
                <a:solidFill>
                  <a:srgbClr val="239DAB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239DAB"/>
                </a:solidFill>
                <a:latin typeface="Arial"/>
                <a:ea typeface="Arial"/>
                <a:cs typeface="Arial"/>
              </a:rPr>
              <a:t>Resources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0DBEFF-60CE-48A9-B095-977E5871CDEC}"/>
              </a:ext>
            </a:extLst>
          </p:cNvPr>
          <p:cNvSpPr>
            <a:spLocks noGrp="1"/>
          </p:cNvSpPr>
          <p:nvPr/>
        </p:nvSpPr>
        <p:spPr>
          <a:xfrm>
            <a:off x="11334750" y="6153150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8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B81630-2E20-4BC5-BF8F-2127FF2CA14E}"/>
              </a:ext>
            </a:extLst>
          </p:cNvPr>
          <p:cNvSpPr>
            <a:spLocks noGrp="1"/>
          </p:cNvSpPr>
          <p:nvPr/>
        </p:nvSpPr>
        <p:spPr>
          <a:xfrm>
            <a:off x="809625" y="1476375"/>
            <a:ext cx="6953250" cy="419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A resource is a physical or informational entity that an actor requires to perform a task.</a:t>
            </a: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Examples: credit card, server and personal details.</a:t>
            </a: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Resources are represented as rectangles.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D96F87-1074-4448-BAF9-0919251805C5}"/>
              </a:ext>
            </a:extLst>
          </p:cNvPr>
          <p:cNvSpPr>
            <a:spLocks noGrp="1"/>
          </p:cNvSpPr>
          <p:nvPr/>
        </p:nvSpPr>
        <p:spPr>
          <a:xfrm>
            <a:off x="8382000" y="2857500"/>
            <a:ext cx="2476500" cy="1428750"/>
          </a:xfrm>
          <a:prstGeom prst="rect">
            <a:avLst/>
          </a:prstGeom>
          <a:solidFill>
            <a:srgbClr val="D0FFC1"/>
          </a:solidFill>
          <a:ln w="19050">
            <a:solidFill>
              <a:srgbClr val="222222"/>
            </a:solidFill>
          </a:ln>
        </p:spPr>
        <p:txBody>
          <a:bodyPr anchor="ctr">
            <a:noAutofit/>
          </a:bodyPr>
          <a:lstStyle/>
          <a:p>
            <a:pPr algn="ctr">
              <a:buNone/>
              <a:defRPr sz="1950">
                <a:solidFill>
                  <a:srgbClr val="163D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63DFF"/>
                </a:solidFill>
                <a:latin typeface="Arial"/>
                <a:ea typeface="Arial"/>
                <a:cs typeface="Arial"/>
              </a:rPr>
              <a:t>Credit</a:t>
            </a:r>
          </a:p>
          <a:p>
            <a:pPr algn="ctr">
              <a:buNone/>
              <a:defRPr sz="1950">
                <a:solidFill>
                  <a:srgbClr val="163D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63DFF"/>
                </a:solidFill>
                <a:latin typeface="Arial"/>
                <a:ea typeface="Arial"/>
                <a:cs typeface="Arial"/>
              </a:rPr>
              <a:t>card</a:t>
            </a:r>
          </a:p>
        </p:txBody>
      </p:sp>
    </p:spTree>
    <p:extLst>
      <p:ext uri="{BB962C8B-B14F-4D97-AF65-F5344CB8AC3E}">
        <p14:creationId xmlns:p14="http://schemas.microsoft.com/office/powerpoint/2010/main" val="13547665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2BAD4BC-8307-4F62-A06E-5A61B168E4DB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4775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900" b="0">
                <a:solidFill>
                  <a:srgbClr val="239DAB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239DAB"/>
                </a:solidFill>
                <a:latin typeface="Arial"/>
                <a:ea typeface="Arial"/>
                <a:cs typeface="Arial"/>
              </a:rPr>
              <a:t>Intentional elements inside actor boundaries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8CA600-F1C5-48BB-9B86-4E5250995A4B}"/>
              </a:ext>
            </a:extLst>
          </p:cNvPr>
          <p:cNvSpPr>
            <a:spLocks noGrp="1"/>
          </p:cNvSpPr>
          <p:nvPr/>
        </p:nvSpPr>
        <p:spPr>
          <a:xfrm>
            <a:off x="11334750" y="6153150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8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871516" y="1428750"/>
            <a:ext cx="4448969" cy="452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7665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5D34A80-7D2F-4701-B9BA-A79836444E7D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4775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900" b="0">
                <a:solidFill>
                  <a:srgbClr val="239DAB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239DAB"/>
                </a:solidFill>
                <a:latin typeface="Arial"/>
                <a:ea typeface="Arial"/>
                <a:cs typeface="Arial"/>
              </a:rPr>
              <a:t>Outline: social dependencies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795C67-57E6-48E8-8AD8-A0447F10F388}"/>
              </a:ext>
            </a:extLst>
          </p:cNvPr>
          <p:cNvSpPr>
            <a:spLocks noGrp="1"/>
          </p:cNvSpPr>
          <p:nvPr/>
        </p:nvSpPr>
        <p:spPr>
          <a:xfrm>
            <a:off x="11334750" y="6153150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8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7D3279-01C2-4A5F-8671-3E9F51263A3F}"/>
              </a:ext>
            </a:extLst>
          </p:cNvPr>
          <p:cNvSpPr>
            <a:spLocks noGrp="1"/>
          </p:cNvSpPr>
          <p:nvPr/>
        </p:nvSpPr>
        <p:spPr>
          <a:xfrm>
            <a:off x="1047750" y="1666875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25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Actors and their links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B2ED63-32E2-482D-AA5D-3F0387CCB0E6}"/>
              </a:ext>
            </a:extLst>
          </p:cNvPr>
          <p:cNvSpPr>
            <a:spLocks noGrp="1"/>
          </p:cNvSpPr>
          <p:nvPr/>
        </p:nvSpPr>
        <p:spPr>
          <a:xfrm>
            <a:off x="1047750" y="2524125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25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Intentional elements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16C26C0-C6A8-4828-B075-C96A24E76AAD}"/>
              </a:ext>
            </a:extLst>
          </p:cNvPr>
          <p:cNvSpPr>
            <a:spLocks noGrp="1"/>
          </p:cNvSpPr>
          <p:nvPr/>
        </p:nvSpPr>
        <p:spPr>
          <a:xfrm>
            <a:off x="1047750" y="3381375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250" b="1">
                <a:solidFill>
                  <a:srgbClr val="239DA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39DAB"/>
                </a:solidFill>
                <a:latin typeface="Arial"/>
                <a:ea typeface="Arial"/>
                <a:cs typeface="Arial"/>
              </a:rPr>
              <a:t>Social dependencies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0F9D14-4CDA-4FFA-848F-BA0ACA186457}"/>
              </a:ext>
            </a:extLst>
          </p:cNvPr>
          <p:cNvSpPr>
            <a:spLocks noGrp="1"/>
          </p:cNvSpPr>
          <p:nvPr/>
        </p:nvSpPr>
        <p:spPr>
          <a:xfrm>
            <a:off x="1047750" y="4238625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25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Linking intentional elements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79BFB5-943B-48AA-A94B-5DBBBF742B3C}"/>
              </a:ext>
            </a:extLst>
          </p:cNvPr>
          <p:cNvSpPr>
            <a:spLocks noGrp="1"/>
          </p:cNvSpPr>
          <p:nvPr/>
        </p:nvSpPr>
        <p:spPr>
          <a:xfrm>
            <a:off x="6572250" y="1666875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25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Modelling views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F367F3-F809-4E92-8F76-460A552073B1}"/>
              </a:ext>
            </a:extLst>
          </p:cNvPr>
          <p:cNvSpPr>
            <a:spLocks noGrp="1"/>
          </p:cNvSpPr>
          <p:nvPr/>
        </p:nvSpPr>
        <p:spPr>
          <a:xfrm>
            <a:off x="1047750" y="3171825"/>
            <a:ext cx="38100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050" b="0">
                <a:solidFill>
                  <a:srgbClr val="239DA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9DAB"/>
                </a:solidFill>
                <a:latin typeface="Arial"/>
                <a:ea typeface="Arial"/>
                <a:cs typeface="Arial"/>
              </a:rPr>
              <a:t>Current topic</a:t>
            </a:r>
          </a:p>
        </p:txBody>
      </p:sp>
    </p:spTree>
    <p:extLst>
      <p:ext uri="{BB962C8B-B14F-4D97-AF65-F5344CB8AC3E}">
        <p14:creationId xmlns:p14="http://schemas.microsoft.com/office/powerpoint/2010/main" val="13547665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67CC084-710A-475A-8331-5AC7F6D21463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4775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900" b="0">
                <a:solidFill>
                  <a:srgbClr val="239DAB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239DAB"/>
                </a:solidFill>
                <a:latin typeface="Arial"/>
                <a:ea typeface="Arial"/>
                <a:cs typeface="Arial"/>
              </a:rPr>
              <a:t>Dependencies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533D36-867F-4A92-B8B8-C3D3238CDD3D}"/>
              </a:ext>
            </a:extLst>
          </p:cNvPr>
          <p:cNvSpPr>
            <a:spLocks noGrp="1"/>
          </p:cNvSpPr>
          <p:nvPr/>
        </p:nvSpPr>
        <p:spPr>
          <a:xfrm>
            <a:off x="11334750" y="6153150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8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552D4C-B2B3-458E-B0A9-9D671A4AF52E}"/>
              </a:ext>
            </a:extLst>
          </p:cNvPr>
          <p:cNvSpPr>
            <a:spLocks noGrp="1"/>
          </p:cNvSpPr>
          <p:nvPr/>
        </p:nvSpPr>
        <p:spPr>
          <a:xfrm>
            <a:off x="809625" y="1476375"/>
            <a:ext cx="10572750" cy="442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114300">
              <a:spcAft>
                <a:spcPts val="1300"/>
              </a:spcAft>
              <a:buChar char="•"/>
              <a:defRPr sz="1725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Social relationships take the form of dependencies. A dependency has five arguments:</a:t>
            </a:r>
          </a:p>
          <a:p>
            <a:pPr marL="228600" indent="-114300">
              <a:spcAft>
                <a:spcPts val="1300"/>
              </a:spcAft>
              <a:buChar char="•"/>
              <a:defRPr sz="1725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Depender: the actor that depends on provision of the dependum.</a:t>
            </a:r>
          </a:p>
          <a:p>
            <a:pPr marL="228600" indent="-114300">
              <a:spcAft>
                <a:spcPts val="1300"/>
              </a:spcAft>
              <a:buChar char="•"/>
              <a:defRPr sz="1725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DependerElmt: the intentional element where the dependency starts. It explains why the dependency exists.</a:t>
            </a:r>
          </a:p>
          <a:p>
            <a:pPr marL="228600" indent="-114300">
              <a:spcAft>
                <a:spcPts val="1300"/>
              </a:spcAft>
              <a:buChar char="•"/>
              <a:defRPr sz="1725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Dependum: the intentional element that forms the object of the dependency.</a:t>
            </a:r>
          </a:p>
          <a:p>
            <a:pPr marL="228600" indent="-114300">
              <a:spcAft>
                <a:spcPts val="1300"/>
              </a:spcAft>
              <a:buChar char="•"/>
              <a:defRPr sz="1725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Dependee: the actor that should provide the dependum.</a:t>
            </a:r>
          </a:p>
          <a:p>
            <a:pPr marL="228600" indent="-114300">
              <a:spcAft>
                <a:spcPts val="1300"/>
              </a:spcAft>
              <a:buChar char="•"/>
              <a:defRPr sz="1725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DependeeElmt: the intentional element explaining how the dependee intends to provide the dependum.</a:t>
            </a:r>
          </a:p>
        </p:txBody>
      </p:sp>
    </p:spTree>
    <p:extLst>
      <p:ext uri="{BB962C8B-B14F-4D97-AF65-F5344CB8AC3E}">
        <p14:creationId xmlns:p14="http://schemas.microsoft.com/office/powerpoint/2010/main" val="13547665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EAE679-BAD4-437F-B90A-DFFEAFFA242C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4775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900" b="0">
                <a:solidFill>
                  <a:srgbClr val="239DAB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239DAB"/>
                </a:solidFill>
                <a:latin typeface="Arial"/>
                <a:ea typeface="Arial"/>
                <a:cs typeface="Arial"/>
              </a:rPr>
              <a:t>Dependencies: an example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15C8F4-A718-4DE0-B737-3BDA0D3217A6}"/>
              </a:ext>
            </a:extLst>
          </p:cNvPr>
          <p:cNvSpPr>
            <a:spLocks noGrp="1"/>
          </p:cNvSpPr>
          <p:nvPr/>
        </p:nvSpPr>
        <p:spPr>
          <a:xfrm>
            <a:off x="11334750" y="6153150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8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2086860"/>
            <a:ext cx="10477500" cy="3208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7665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749FEA3-C8C7-4F3D-8272-A65BEEB6537E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4775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900" b="0">
                <a:solidFill>
                  <a:srgbClr val="239DAB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239DAB"/>
                </a:solidFill>
                <a:latin typeface="Arial"/>
                <a:ea typeface="Arial"/>
                <a:cs typeface="Arial"/>
              </a:rPr>
              <a:t>Dependencies: comparing examples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407ED3-7E9E-402F-BBBC-EB46804C57C0}"/>
              </a:ext>
            </a:extLst>
          </p:cNvPr>
          <p:cNvSpPr>
            <a:spLocks noGrp="1"/>
          </p:cNvSpPr>
          <p:nvPr/>
        </p:nvSpPr>
        <p:spPr>
          <a:xfrm>
            <a:off x="11334750" y="6153150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8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669399" y="1428750"/>
            <a:ext cx="6853202" cy="210502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FB9F88C-0503-4CD3-9A8B-C4B683D27412}"/>
              </a:ext>
            </a:extLst>
          </p:cNvPr>
          <p:cNvSpPr>
            <a:spLocks noGrp="1"/>
          </p:cNvSpPr>
          <p:nvPr/>
        </p:nvSpPr>
        <p:spPr>
          <a:xfrm>
            <a:off x="4572000" y="56959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950" b="1">
                <a:solidFill>
                  <a:srgbClr val="239DA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9DAB"/>
                </a:solidFill>
                <a:latin typeface="Arial"/>
                <a:ea typeface="Arial"/>
                <a:cs typeface="Arial"/>
              </a:rPr>
              <a:t>Any differences?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667000" y="3600931"/>
            <a:ext cx="6858000" cy="2151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7665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FF3E65-F380-4E00-A094-D65760B1C390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4775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900" b="0">
                <a:solidFill>
                  <a:srgbClr val="239DAB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239DAB"/>
                </a:solidFill>
                <a:latin typeface="Arial"/>
                <a:ea typeface="Arial"/>
                <a:cs typeface="Arial"/>
              </a:rPr>
              <a:t>Dependum types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0529FC-457A-4554-93BE-74BAE3376AE7}"/>
              </a:ext>
            </a:extLst>
          </p:cNvPr>
          <p:cNvSpPr>
            <a:spLocks noGrp="1"/>
          </p:cNvSpPr>
          <p:nvPr/>
        </p:nvSpPr>
        <p:spPr>
          <a:xfrm>
            <a:off x="11334750" y="6153150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8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1DE38A-7E0E-409F-95BB-5B9057E58E93}"/>
              </a:ext>
            </a:extLst>
          </p:cNvPr>
          <p:cNvSpPr>
            <a:spLocks noGrp="1"/>
          </p:cNvSpPr>
          <p:nvPr/>
        </p:nvSpPr>
        <p:spPr>
          <a:xfrm>
            <a:off x="809625" y="1476375"/>
            <a:ext cx="10572750" cy="442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The dependum’s type determines the meaning of the dependency.</a:t>
            </a: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Goal: the dependee chooses how to achieve the goal.</a:t>
            </a: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Quality: the dependee chooses how to satisfy the quality sufficiently.</a:t>
            </a: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Task: the dependee executes the task in a prescribed way.</a:t>
            </a: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Resource: the dependee makes the resource available to the depender.</a:t>
            </a: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Different dependum types give the dependee different degrees of freedom.</a:t>
            </a:r>
          </a:p>
        </p:txBody>
      </p:sp>
    </p:spTree>
    <p:extLst>
      <p:ext uri="{BB962C8B-B14F-4D97-AF65-F5344CB8AC3E}">
        <p14:creationId xmlns:p14="http://schemas.microsoft.com/office/powerpoint/2010/main" val="13547665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1495103-4CE5-4958-8649-995496EE213B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4775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900" b="0">
                <a:solidFill>
                  <a:srgbClr val="239DAB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239DAB"/>
                </a:solidFill>
                <a:latin typeface="Arial"/>
                <a:ea typeface="Arial"/>
                <a:cs typeface="Arial"/>
              </a:rPr>
              <a:t>Omitting dependency parts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102A80-DA00-4975-B0FC-F8D6B64D626A}"/>
              </a:ext>
            </a:extLst>
          </p:cNvPr>
          <p:cNvSpPr>
            <a:spLocks noGrp="1"/>
          </p:cNvSpPr>
          <p:nvPr/>
        </p:nvSpPr>
        <p:spPr>
          <a:xfrm>
            <a:off x="11334750" y="6153150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8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E2F3CC-EB18-446B-A054-EE28CB0DD662}"/>
              </a:ext>
            </a:extLst>
          </p:cNvPr>
          <p:cNvSpPr>
            <a:spLocks noGrp="1"/>
          </p:cNvSpPr>
          <p:nvPr/>
        </p:nvSpPr>
        <p:spPr>
          <a:xfrm>
            <a:off x="809625" y="1476375"/>
            <a:ext cx="10572750" cy="2286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Omitting dependerElmt leaves unspecified why the dependency exists.</a:t>
            </a: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Omitting dependeeElmt leaves unspecified how the dependency will be fulfilled.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001040" y="3762375"/>
            <a:ext cx="6189920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7665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90096E7-0FFF-4FDF-BCE6-D7068142089E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4775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900" b="0">
                <a:solidFill>
                  <a:srgbClr val="239DAB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239DAB"/>
                </a:solidFill>
                <a:latin typeface="Arial"/>
                <a:ea typeface="Arial"/>
                <a:cs typeface="Arial"/>
              </a:rPr>
              <a:t>Outline: linking intentional elements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7A5606-3879-42E9-A8E6-0021EDBFE02E}"/>
              </a:ext>
            </a:extLst>
          </p:cNvPr>
          <p:cNvSpPr>
            <a:spLocks noGrp="1"/>
          </p:cNvSpPr>
          <p:nvPr/>
        </p:nvSpPr>
        <p:spPr>
          <a:xfrm>
            <a:off x="11334750" y="6153150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8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CCA7BF-285A-4CD3-873F-47B9D6DC6CA3}"/>
              </a:ext>
            </a:extLst>
          </p:cNvPr>
          <p:cNvSpPr>
            <a:spLocks noGrp="1"/>
          </p:cNvSpPr>
          <p:nvPr/>
        </p:nvSpPr>
        <p:spPr>
          <a:xfrm>
            <a:off x="1047750" y="1666875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25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Actors and their links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A02FA2-8D92-476C-8496-E551407259E2}"/>
              </a:ext>
            </a:extLst>
          </p:cNvPr>
          <p:cNvSpPr>
            <a:spLocks noGrp="1"/>
          </p:cNvSpPr>
          <p:nvPr/>
        </p:nvSpPr>
        <p:spPr>
          <a:xfrm>
            <a:off x="1047750" y="2524125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25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Intentional elements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F378BC-6FDC-408C-8442-E435E9FAE0E0}"/>
              </a:ext>
            </a:extLst>
          </p:cNvPr>
          <p:cNvSpPr>
            <a:spLocks noGrp="1"/>
          </p:cNvSpPr>
          <p:nvPr/>
        </p:nvSpPr>
        <p:spPr>
          <a:xfrm>
            <a:off x="1047750" y="3381375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25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Social dependencies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0F3860-F73D-4398-8D20-4EAA3F568153}"/>
              </a:ext>
            </a:extLst>
          </p:cNvPr>
          <p:cNvSpPr>
            <a:spLocks noGrp="1"/>
          </p:cNvSpPr>
          <p:nvPr/>
        </p:nvSpPr>
        <p:spPr>
          <a:xfrm>
            <a:off x="1047750" y="4238625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250" b="1">
                <a:solidFill>
                  <a:srgbClr val="239DA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39DAB"/>
                </a:solidFill>
                <a:latin typeface="Arial"/>
                <a:ea typeface="Arial"/>
                <a:cs typeface="Arial"/>
              </a:rPr>
              <a:t>Linking intentional elements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854C32-8F42-4F8D-BEDA-5C6EE64E8F70}"/>
              </a:ext>
            </a:extLst>
          </p:cNvPr>
          <p:cNvSpPr>
            <a:spLocks noGrp="1"/>
          </p:cNvSpPr>
          <p:nvPr/>
        </p:nvSpPr>
        <p:spPr>
          <a:xfrm>
            <a:off x="6572250" y="1666875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25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Modelling views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0B87B7-17B8-442E-8457-FAAA8B8293DF}"/>
              </a:ext>
            </a:extLst>
          </p:cNvPr>
          <p:cNvSpPr>
            <a:spLocks noGrp="1"/>
          </p:cNvSpPr>
          <p:nvPr/>
        </p:nvSpPr>
        <p:spPr>
          <a:xfrm>
            <a:off x="1047750" y="4029075"/>
            <a:ext cx="38100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050" b="0">
                <a:solidFill>
                  <a:srgbClr val="239DA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9DAB"/>
                </a:solidFill>
                <a:latin typeface="Arial"/>
                <a:ea typeface="Arial"/>
                <a:cs typeface="Arial"/>
              </a:rPr>
              <a:t>Current topic</a:t>
            </a:r>
          </a:p>
        </p:txBody>
      </p:sp>
    </p:spTree>
    <p:extLst>
      <p:ext uri="{BB962C8B-B14F-4D97-AF65-F5344CB8AC3E}">
        <p14:creationId xmlns:p14="http://schemas.microsoft.com/office/powerpoint/2010/main" val="13547665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015F834-71FF-4B38-8251-64F5EBF180F1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4775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900" b="0">
                <a:solidFill>
                  <a:srgbClr val="239DAB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239DAB"/>
                </a:solidFill>
                <a:latin typeface="Arial"/>
                <a:ea typeface="Arial"/>
                <a:cs typeface="Arial"/>
              </a:rPr>
              <a:t>Intentional element links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5C6A2E-09C6-4619-BA58-AE6D1CB08882}"/>
              </a:ext>
            </a:extLst>
          </p:cNvPr>
          <p:cNvSpPr>
            <a:spLocks noGrp="1"/>
          </p:cNvSpPr>
          <p:nvPr/>
        </p:nvSpPr>
        <p:spPr>
          <a:xfrm>
            <a:off x="11334750" y="6153150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8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03204" y="1476375"/>
            <a:ext cx="4308718" cy="43815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637B785-0C93-4B37-B4C9-95D785C24347}"/>
              </a:ext>
            </a:extLst>
          </p:cNvPr>
          <p:cNvSpPr>
            <a:spLocks noGrp="1"/>
          </p:cNvSpPr>
          <p:nvPr/>
        </p:nvSpPr>
        <p:spPr>
          <a:xfrm>
            <a:off x="6381750" y="1905000"/>
            <a:ext cx="4953000" cy="3333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114300">
              <a:spcAft>
                <a:spcPts val="1300"/>
              </a:spcAft>
              <a:buChar char="•"/>
              <a:defRPr sz="195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The elements within an actor boundary are interrelated.</a:t>
            </a:r>
          </a:p>
          <a:p>
            <a:pPr marL="228600" indent="-114300">
              <a:spcAft>
                <a:spcPts val="1300"/>
              </a:spcAft>
              <a:buChar char="•"/>
              <a:defRPr sz="195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So far, we have seen no ways to relate them.</a:t>
            </a:r>
          </a:p>
          <a:p>
            <a:pPr marL="228600" indent="-114300">
              <a:spcAft>
                <a:spcPts val="1300"/>
              </a:spcAft>
              <a:buChar char="•"/>
              <a:defRPr sz="195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Any idea?</a:t>
            </a:r>
          </a:p>
        </p:txBody>
      </p:sp>
    </p:spTree>
    <p:extLst>
      <p:ext uri="{BB962C8B-B14F-4D97-AF65-F5344CB8AC3E}">
        <p14:creationId xmlns:p14="http://schemas.microsoft.com/office/powerpoint/2010/main" val="13547665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9761BAF-ABE0-41BB-AD60-A72F9816C545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4775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900" b="0">
                <a:solidFill>
                  <a:srgbClr val="239DAB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239DAB"/>
                </a:solidFill>
                <a:latin typeface="Arial"/>
                <a:ea typeface="Arial"/>
                <a:cs typeface="Arial"/>
              </a:rPr>
              <a:t>Intentional element links: overview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ABE90C-B833-42AD-8161-C3F7A3801F87}"/>
              </a:ext>
            </a:extLst>
          </p:cNvPr>
          <p:cNvSpPr>
            <a:spLocks noGrp="1"/>
          </p:cNvSpPr>
          <p:nvPr/>
        </p:nvSpPr>
        <p:spPr>
          <a:xfrm>
            <a:off x="11334750" y="6153150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8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424EE3-ABF2-4D71-A168-923DE72096AE}"/>
              </a:ext>
            </a:extLst>
          </p:cNvPr>
          <p:cNvSpPr>
            <a:spLocks noGrp="1"/>
          </p:cNvSpPr>
          <p:nvPr/>
        </p:nvSpPr>
        <p:spPr>
          <a:xfrm>
            <a:off x="809625" y="14573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Four link types: </a:t>
            </a:r>
            <a:r>
              <a:rPr sz="1800" b="1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refinement</a:t>
            </a:r>
            <a:r>
              <a:rPr sz="1800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, </a:t>
            </a:r>
            <a:r>
              <a:rPr sz="1800" b="1" dirty="0" err="1">
                <a:solidFill>
                  <a:srgbClr val="26374C"/>
                </a:solidFill>
                <a:latin typeface="Arial"/>
                <a:ea typeface="Arial"/>
                <a:cs typeface="Arial"/>
              </a:rPr>
              <a:t>NeededBy</a:t>
            </a:r>
            <a:r>
              <a:rPr sz="1800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, </a:t>
            </a:r>
            <a:r>
              <a:rPr sz="1800" b="1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contribution</a:t>
            </a:r>
            <a:r>
              <a:rPr sz="1800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 and </a:t>
            </a:r>
            <a:r>
              <a:rPr sz="1800" b="1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qualification</a:t>
            </a:r>
            <a:r>
              <a:rPr sz="1800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graphicFrame>
        <p:nvGraphicFramePr>
          <p:cNvPr id="15" name="Table 14"/>
          <p:cNvGraphicFramePr/>
          <p:nvPr/>
        </p:nvGraphicFramePr>
        <p:xfrm>
          <a:off x="809625" y="2619375"/>
          <a:ext cx="10572750" cy="2628900"/>
        </p:xfrm>
        <a:graphic>
          <a:graphicData uri="http://schemas.openxmlformats.org/drawingml/2006/table">
            <a:tbl>
              <a:tblPr/>
              <a:tblGrid>
                <a:gridCol w="2647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Link starts from ↓ / points to →</a:t>
                      </a:r>
                    </a:p>
                  </a:txBody>
                  <a:tcPr>
                    <a:solidFill>
                      <a:srgbClr val="239D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Goal</a:t>
                      </a:r>
                    </a:p>
                  </a:txBody>
                  <a:tcPr>
                    <a:solidFill>
                      <a:srgbClr val="239D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Quality</a:t>
                      </a:r>
                    </a:p>
                  </a:txBody>
                  <a:tcPr>
                    <a:solidFill>
                      <a:srgbClr val="239D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Task</a:t>
                      </a:r>
                    </a:p>
                  </a:txBody>
                  <a:tcPr>
                    <a:solidFill>
                      <a:srgbClr val="239D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Resource</a:t>
                      </a:r>
                    </a:p>
                  </a:txBody>
                  <a:tcPr>
                    <a:solidFill>
                      <a:srgbClr val="239D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6374C"/>
                          </a:solidFill>
                          <a:latin typeface="Arial"/>
                          <a:ea typeface="Arial"/>
                          <a:cs typeface="Arial"/>
                        </a:rPr>
                        <a:t>Goal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6374C"/>
                          </a:solidFill>
                          <a:latin typeface="Arial"/>
                          <a:ea typeface="Arial"/>
                          <a:cs typeface="Arial"/>
                        </a:rPr>
                        <a:t>Refinement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6374C"/>
                          </a:solidFill>
                          <a:latin typeface="Arial"/>
                          <a:ea typeface="Arial"/>
                          <a:cs typeface="Arial"/>
                        </a:rPr>
                        <a:t>Contribution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6374C"/>
                          </a:solidFill>
                          <a:latin typeface="Arial"/>
                          <a:ea typeface="Arial"/>
                          <a:cs typeface="Arial"/>
                        </a:rPr>
                        <a:t>Refinement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6374C"/>
                          </a:solidFill>
                          <a:latin typeface="Arial"/>
                          <a:ea typeface="Arial"/>
                          <a:cs typeface="Arial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6374C"/>
                          </a:solidFill>
                          <a:latin typeface="Arial"/>
                          <a:ea typeface="Arial"/>
                          <a:cs typeface="Arial"/>
                        </a:rPr>
                        <a:t>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6374C"/>
                          </a:solidFill>
                          <a:latin typeface="Arial"/>
                          <a:ea typeface="Arial"/>
                          <a:cs typeface="Arial"/>
                        </a:rPr>
                        <a:t>Qualification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6374C"/>
                          </a:solidFill>
                          <a:latin typeface="Arial"/>
                          <a:ea typeface="Arial"/>
                          <a:cs typeface="Arial"/>
                        </a:rPr>
                        <a:t>Contribution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6374C"/>
                          </a:solidFill>
                          <a:latin typeface="Arial"/>
                          <a:ea typeface="Arial"/>
                          <a:cs typeface="Arial"/>
                        </a:rPr>
                        <a:t>Qualification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6374C"/>
                          </a:solidFill>
                          <a:latin typeface="Arial"/>
                          <a:ea typeface="Arial"/>
                          <a:cs typeface="Arial"/>
                        </a:rPr>
                        <a:t>Qualification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6374C"/>
                          </a:solidFill>
                          <a:latin typeface="Arial"/>
                          <a:ea typeface="Arial"/>
                          <a:cs typeface="Arial"/>
                        </a:rPr>
                        <a:t>Task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6374C"/>
                          </a:solidFill>
                          <a:latin typeface="Arial"/>
                          <a:ea typeface="Arial"/>
                          <a:cs typeface="Arial"/>
                        </a:rPr>
                        <a:t>Refinement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6374C"/>
                          </a:solidFill>
                          <a:latin typeface="Arial"/>
                          <a:ea typeface="Arial"/>
                          <a:cs typeface="Arial"/>
                        </a:rPr>
                        <a:t>Contribution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6374C"/>
                          </a:solidFill>
                          <a:latin typeface="Arial"/>
                          <a:ea typeface="Arial"/>
                          <a:cs typeface="Arial"/>
                        </a:rPr>
                        <a:t>Refinement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6374C"/>
                          </a:solidFill>
                          <a:latin typeface="Arial"/>
                          <a:ea typeface="Arial"/>
                          <a:cs typeface="Arial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6374C"/>
                          </a:solidFill>
                          <a:latin typeface="Arial"/>
                          <a:ea typeface="Arial"/>
                          <a:cs typeface="Arial"/>
                        </a:rPr>
                        <a:t>Resource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6374C"/>
                          </a:solidFill>
                          <a:latin typeface="Arial"/>
                          <a:ea typeface="Arial"/>
                          <a:cs typeface="Arial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6374C"/>
                          </a:solidFill>
                          <a:latin typeface="Arial"/>
                          <a:ea typeface="Arial"/>
                          <a:cs typeface="Arial"/>
                        </a:rPr>
                        <a:t>Contribution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6374C"/>
                          </a:solidFill>
                          <a:latin typeface="Arial"/>
                          <a:ea typeface="Arial"/>
                          <a:cs typeface="Arial"/>
                        </a:rPr>
                        <a:t>NeededBy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6374C"/>
                          </a:solidFill>
                          <a:latin typeface="Arial"/>
                          <a:ea typeface="Arial"/>
                          <a:cs typeface="Arial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47665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A959EAC-1C91-4A88-A0AD-3E4B598CEE04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4775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900" b="0">
                <a:solidFill>
                  <a:srgbClr val="239DAB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239DAB"/>
                </a:solidFill>
                <a:latin typeface="Arial"/>
                <a:ea typeface="Arial"/>
                <a:cs typeface="Arial"/>
              </a:rPr>
              <a:t>Refinement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A79C2C-D7F9-460B-9658-243B2ADB6D7A}"/>
              </a:ext>
            </a:extLst>
          </p:cNvPr>
          <p:cNvSpPr>
            <a:spLocks noGrp="1"/>
          </p:cNvSpPr>
          <p:nvPr/>
        </p:nvSpPr>
        <p:spPr>
          <a:xfrm>
            <a:off x="11334750" y="6153150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8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BEC81F-DEED-47F8-A482-67B7CA8E26C9}"/>
              </a:ext>
            </a:extLst>
          </p:cNvPr>
          <p:cNvSpPr>
            <a:spLocks noGrp="1"/>
          </p:cNvSpPr>
          <p:nvPr/>
        </p:nvSpPr>
        <p:spPr>
          <a:xfrm>
            <a:off x="809625" y="1476375"/>
            <a:ext cx="10572750" cy="2809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Refinement links goals and tasks hierarchically.</a:t>
            </a: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It is an n-ary relationship from one parent to one or more children.</a:t>
            </a: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An intentional element can be the parent in at most one refinement link.</a:t>
            </a: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AND: fulfilment of all n children (n ≥ 2) fulfils the parent.</a:t>
            </a: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Inclusive OR: fulfilment of at least one child fulfils the parent.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132659" y="4286250"/>
            <a:ext cx="3926681" cy="16192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0B33DF9-07F0-4455-867E-35B6E3238F3A}"/>
              </a:ext>
            </a:extLst>
          </p:cNvPr>
          <p:cNvSpPr>
            <a:spLocks noGrp="1"/>
          </p:cNvSpPr>
          <p:nvPr/>
        </p:nvSpPr>
        <p:spPr>
          <a:xfrm>
            <a:off x="2573866" y="4810125"/>
            <a:ext cx="7577667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500" b="0">
                <a:solidFill>
                  <a:srgbClr val="239DAB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239DAB"/>
                </a:solidFill>
                <a:latin typeface="Arial"/>
                <a:ea typeface="Arial"/>
                <a:cs typeface="Arial"/>
              </a:rPr>
              <a:t>AND refinement                                              </a:t>
            </a:r>
            <a:r>
              <a:rPr lang="en-GB" sz="1500" dirty="0">
                <a:solidFill>
                  <a:srgbClr val="239DAB"/>
                </a:solidFill>
                <a:latin typeface="Arial"/>
                <a:ea typeface="Arial"/>
                <a:cs typeface="Arial"/>
              </a:rPr>
              <a:t>                                       </a:t>
            </a:r>
            <a:r>
              <a:rPr sz="1500" b="0" dirty="0">
                <a:solidFill>
                  <a:srgbClr val="239DAB"/>
                </a:solidFill>
                <a:latin typeface="Arial"/>
                <a:ea typeface="Arial"/>
                <a:cs typeface="Arial"/>
              </a:rPr>
              <a:t>  OR refinement</a:t>
            </a:r>
          </a:p>
        </p:txBody>
      </p:sp>
    </p:spTree>
    <p:extLst>
      <p:ext uri="{BB962C8B-B14F-4D97-AF65-F5344CB8AC3E}">
        <p14:creationId xmlns:p14="http://schemas.microsoft.com/office/powerpoint/2010/main" val="13547665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FC7C37-16D7-4408-9EE5-7AA68E45A69E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4775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900" b="0">
                <a:solidFill>
                  <a:srgbClr val="239DAB"/>
                </a:solidFill>
                <a:latin typeface="Arial"/>
                <a:ea typeface="Arial"/>
                <a:cs typeface="Arial"/>
              </a:defRPr>
            </a:pPr>
            <a:r>
              <a:rPr sz="2900" b="0" dirty="0">
                <a:solidFill>
                  <a:srgbClr val="239DAB"/>
                </a:solidFill>
                <a:latin typeface="Arial"/>
                <a:ea typeface="Arial"/>
                <a:cs typeface="Arial"/>
              </a:rPr>
              <a:t>Refinement with a </a:t>
            </a:r>
            <a:r>
              <a:rPr sz="2900" b="1" dirty="0">
                <a:solidFill>
                  <a:srgbClr val="FF0000"/>
                </a:solidFill>
                <a:latin typeface="Arial"/>
                <a:ea typeface="Arial"/>
                <a:cs typeface="Arial"/>
              </a:rPr>
              <a:t>goal as parent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8DB2B6-FECB-40ED-BF39-C72C415CF55A}"/>
              </a:ext>
            </a:extLst>
          </p:cNvPr>
          <p:cNvSpPr>
            <a:spLocks noGrp="1"/>
          </p:cNvSpPr>
          <p:nvPr/>
        </p:nvSpPr>
        <p:spPr>
          <a:xfrm>
            <a:off x="11334750" y="6153150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8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ABFB0C-4E68-4C52-AA8E-0BC4E2C11817}"/>
              </a:ext>
            </a:extLst>
          </p:cNvPr>
          <p:cNvSpPr>
            <a:spLocks noGrp="1"/>
          </p:cNvSpPr>
          <p:nvPr/>
        </p:nvSpPr>
        <p:spPr>
          <a:xfrm>
            <a:off x="809625" y="1476375"/>
            <a:ext cx="10572750" cy="2286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114300"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Refinement’s meaning depends on the types of connected elements.</a:t>
            </a:r>
            <a:endParaRPr lang="en-GB" sz="1800" b="0" dirty="0">
              <a:solidFill>
                <a:srgbClr val="26374C"/>
              </a:solidFill>
              <a:latin typeface="Arial"/>
              <a:ea typeface="Arial"/>
              <a:cs typeface="Arial"/>
            </a:endParaRPr>
          </a:p>
          <a:p>
            <a:pPr marL="228600" indent="-114300"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lang="en-GB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If the parent is a </a:t>
            </a:r>
            <a:r>
              <a:rPr lang="en-GB" b="1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goal</a:t>
            </a:r>
            <a:r>
              <a:rPr lang="en-GB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:</a:t>
            </a:r>
            <a:endParaRPr lang="en-GB" sz="1800" b="0" dirty="0">
              <a:solidFill>
                <a:srgbClr val="26374C"/>
              </a:solidFill>
              <a:latin typeface="Arial"/>
              <a:ea typeface="Arial"/>
              <a:cs typeface="Arial"/>
            </a:endParaRPr>
          </a:p>
          <a:p>
            <a:pPr marL="228600" indent="-114300"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endParaRPr sz="1800" b="0" dirty="0">
              <a:solidFill>
                <a:srgbClr val="26374C"/>
              </a:solidFill>
              <a:latin typeface="Arial"/>
              <a:ea typeface="Arial"/>
              <a:cs typeface="Arial"/>
            </a:endParaRPr>
          </a:p>
          <a:p>
            <a:pPr marL="228600" indent="-114300"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AND</a:t>
            </a:r>
            <a:r>
              <a:rPr lang="en-GB" sz="1800" b="1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-refinement</a:t>
            </a:r>
            <a:r>
              <a:rPr sz="1800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: </a:t>
            </a:r>
            <a:endParaRPr lang="en-GB" sz="1800" b="0" dirty="0">
              <a:solidFill>
                <a:srgbClr val="26374C"/>
              </a:solidFill>
              <a:latin typeface="Arial"/>
              <a:ea typeface="Arial"/>
              <a:cs typeface="Arial"/>
            </a:endParaRPr>
          </a:p>
          <a:p>
            <a:pPr marL="685800" lvl="1" indent="-114300"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lang="en-GB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A</a:t>
            </a:r>
            <a:r>
              <a:rPr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 child </a:t>
            </a:r>
            <a:r>
              <a:rPr b="1" i="1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goal</a:t>
            </a:r>
            <a:r>
              <a:rPr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 is a sub-state of affairs </a:t>
            </a:r>
            <a:r>
              <a:rPr lang="en-GB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that is </a:t>
            </a:r>
            <a:r>
              <a:rPr lang="en-GB" b="0" u="sng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part of</a:t>
            </a:r>
            <a:r>
              <a:rPr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 the parent goal. </a:t>
            </a:r>
            <a:endParaRPr lang="en-GB" b="0" dirty="0">
              <a:solidFill>
                <a:srgbClr val="26374C"/>
              </a:solidFill>
              <a:latin typeface="Arial"/>
              <a:ea typeface="Arial"/>
              <a:cs typeface="Arial"/>
            </a:endParaRPr>
          </a:p>
          <a:p>
            <a:pPr marL="685800" lvl="1" indent="-114300"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A child </a:t>
            </a:r>
            <a:r>
              <a:rPr b="1" i="1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task</a:t>
            </a:r>
            <a:r>
              <a:rPr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 is a </a:t>
            </a:r>
            <a:r>
              <a:rPr b="0" u="sng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subtask</a:t>
            </a:r>
            <a:r>
              <a:rPr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 that must be fulfilled.</a:t>
            </a:r>
          </a:p>
          <a:p>
            <a:pPr marL="228600" indent="-114300"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endParaRPr lang="en-GB" sz="1800" b="1" dirty="0">
              <a:solidFill>
                <a:srgbClr val="26374C"/>
              </a:solidFill>
              <a:latin typeface="Arial"/>
              <a:ea typeface="Arial"/>
              <a:cs typeface="Arial"/>
            </a:endParaRPr>
          </a:p>
          <a:p>
            <a:pPr marL="228600" indent="-114300"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OR</a:t>
            </a:r>
            <a:r>
              <a:rPr lang="en-GB" sz="1800" b="1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-refinement</a:t>
            </a:r>
            <a:r>
              <a:rPr sz="1800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: </a:t>
            </a:r>
            <a:endParaRPr lang="en-GB" dirty="0">
              <a:solidFill>
                <a:srgbClr val="26374C"/>
              </a:solidFill>
              <a:latin typeface="Arial"/>
              <a:ea typeface="Arial"/>
              <a:cs typeface="Arial"/>
            </a:endParaRPr>
          </a:p>
          <a:p>
            <a:pPr marL="685800" lvl="1" indent="-114300"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lang="en-GB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A</a:t>
            </a:r>
            <a:r>
              <a:rPr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 child </a:t>
            </a:r>
            <a:r>
              <a:rPr b="1" i="1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goal</a:t>
            </a:r>
            <a:r>
              <a:rPr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 </a:t>
            </a:r>
            <a:r>
              <a:rPr lang="en-GB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is a </a:t>
            </a:r>
            <a:r>
              <a:rPr lang="en-GB" b="0" u="sng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sub-goal that </a:t>
            </a:r>
            <a:r>
              <a:rPr b="0" u="sng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can </a:t>
            </a:r>
            <a:r>
              <a:rPr lang="en-GB" b="0" u="sng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be </a:t>
            </a:r>
            <a:r>
              <a:rPr b="0" u="sng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achieve</a:t>
            </a:r>
            <a:r>
              <a:rPr lang="en-GB" u="sng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d</a:t>
            </a:r>
            <a:r>
              <a:rPr b="0" u="sng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 </a:t>
            </a:r>
            <a:r>
              <a:rPr lang="en-GB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to fulfil </a:t>
            </a:r>
            <a:r>
              <a:rPr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the parent goal. </a:t>
            </a:r>
            <a:endParaRPr lang="en-GB" b="0" dirty="0">
              <a:solidFill>
                <a:srgbClr val="26374C"/>
              </a:solidFill>
              <a:latin typeface="Arial"/>
              <a:ea typeface="Arial"/>
              <a:cs typeface="Arial"/>
            </a:endParaRPr>
          </a:p>
          <a:p>
            <a:pPr marL="685800" lvl="1" indent="-114300"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A child </a:t>
            </a:r>
            <a:r>
              <a:rPr b="1" i="1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task</a:t>
            </a:r>
            <a:r>
              <a:rPr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 is a </a:t>
            </a:r>
            <a:r>
              <a:rPr b="0" u="sng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particular way </a:t>
            </a:r>
            <a:r>
              <a:rPr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of fulfilling the parent goal.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65209" y="4507442"/>
            <a:ext cx="5199713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7665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F5CF87E-98A8-4F1B-8C1B-8526C8C05493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4775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900" b="0">
                <a:solidFill>
                  <a:srgbClr val="239DAB"/>
                </a:solidFill>
                <a:latin typeface="Arial"/>
                <a:ea typeface="Arial"/>
                <a:cs typeface="Arial"/>
              </a:defRPr>
            </a:pPr>
            <a:r>
              <a:rPr sz="2900" b="0" dirty="0">
                <a:solidFill>
                  <a:srgbClr val="239DAB"/>
                </a:solidFill>
                <a:latin typeface="Arial"/>
                <a:ea typeface="Arial"/>
                <a:cs typeface="Arial"/>
              </a:rPr>
              <a:t>Refinement with a </a:t>
            </a:r>
            <a:r>
              <a:rPr sz="2900" b="1" dirty="0">
                <a:solidFill>
                  <a:srgbClr val="FF0000"/>
                </a:solidFill>
                <a:latin typeface="Arial"/>
                <a:ea typeface="Arial"/>
                <a:cs typeface="Arial"/>
              </a:rPr>
              <a:t>task as parent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D6E96C-2BC1-42C8-8A20-B6A552455552}"/>
              </a:ext>
            </a:extLst>
          </p:cNvPr>
          <p:cNvSpPr>
            <a:spLocks noGrp="1"/>
          </p:cNvSpPr>
          <p:nvPr/>
        </p:nvSpPr>
        <p:spPr>
          <a:xfrm>
            <a:off x="11334750" y="6153150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8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73E9D0-F7D3-4B04-9265-A7D62E5ED7D4}"/>
              </a:ext>
            </a:extLst>
          </p:cNvPr>
          <p:cNvSpPr>
            <a:spLocks noGrp="1"/>
          </p:cNvSpPr>
          <p:nvPr/>
        </p:nvSpPr>
        <p:spPr>
          <a:xfrm>
            <a:off x="809625" y="1476375"/>
            <a:ext cx="6953250" cy="419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114300"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lang="en-GB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If the parent is a </a:t>
            </a:r>
            <a:r>
              <a:rPr lang="en-GB" b="1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task</a:t>
            </a:r>
            <a:r>
              <a:rPr lang="en-GB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:</a:t>
            </a:r>
          </a:p>
          <a:p>
            <a:pPr marL="228600" indent="-114300"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endParaRPr lang="en-GB" dirty="0">
              <a:solidFill>
                <a:srgbClr val="26374C"/>
              </a:solidFill>
              <a:latin typeface="Arial"/>
              <a:ea typeface="Arial"/>
              <a:cs typeface="Arial"/>
            </a:endParaRPr>
          </a:p>
          <a:p>
            <a:pPr marL="228600" indent="-114300"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lang="en-GB" b="1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AND-refinement</a:t>
            </a:r>
            <a:r>
              <a:rPr lang="en-GB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: </a:t>
            </a:r>
          </a:p>
          <a:p>
            <a:pPr marL="685800" lvl="1" indent="-114300"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lang="en-GB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A child </a:t>
            </a:r>
            <a:r>
              <a:rPr lang="en-GB" b="1" i="1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goal</a:t>
            </a:r>
            <a:r>
              <a:rPr lang="en-GB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 is a goal that is </a:t>
            </a:r>
            <a:r>
              <a:rPr lang="en-GB" u="sng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uncovered</a:t>
            </a:r>
            <a:r>
              <a:rPr lang="en-GB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 by analysing the parent task. </a:t>
            </a:r>
          </a:p>
          <a:p>
            <a:pPr marL="685800" lvl="1" indent="-114300"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lang="en-GB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A child </a:t>
            </a:r>
            <a:r>
              <a:rPr lang="en-GB" b="1" i="1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task</a:t>
            </a:r>
            <a:r>
              <a:rPr lang="en-GB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 is a subtask that is identified as </a:t>
            </a:r>
            <a:r>
              <a:rPr lang="en-GB" u="sng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part of </a:t>
            </a:r>
            <a:r>
              <a:rPr lang="en-GB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the parent task.</a:t>
            </a:r>
          </a:p>
          <a:p>
            <a:pPr marL="228600" indent="-114300"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endParaRPr lang="en-GB" b="1" dirty="0">
              <a:solidFill>
                <a:srgbClr val="26374C"/>
              </a:solidFill>
              <a:latin typeface="Arial"/>
              <a:ea typeface="Arial"/>
              <a:cs typeface="Arial"/>
            </a:endParaRPr>
          </a:p>
          <a:p>
            <a:pPr marL="228600" indent="-114300"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lang="en-GB" b="1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OR-refinement</a:t>
            </a:r>
            <a:r>
              <a:rPr lang="en-GB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: </a:t>
            </a:r>
          </a:p>
          <a:p>
            <a:pPr marL="685800" lvl="1" indent="-114300"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lang="en-GB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A child </a:t>
            </a:r>
            <a:r>
              <a:rPr lang="en-GB" b="1" i="1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goal</a:t>
            </a:r>
            <a:r>
              <a:rPr lang="en-GB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 is a goal that is uncovered by analysing the parent substitute for the original task.</a:t>
            </a:r>
          </a:p>
          <a:p>
            <a:pPr marL="685800" lvl="1" indent="-114300"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lang="en-GB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A child </a:t>
            </a:r>
            <a:r>
              <a:rPr lang="en-GB" b="1" i="1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task</a:t>
            </a:r>
            <a:r>
              <a:rPr lang="en-GB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 is a </a:t>
            </a:r>
            <a:r>
              <a:rPr lang="en-GB" u="sng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particular way </a:t>
            </a:r>
            <a:r>
              <a:rPr lang="en-GB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of executing the parent task.</a:t>
            </a:r>
          </a:p>
          <a:p>
            <a:pPr marL="114300">
              <a:spcAft>
                <a:spcPts val="1300"/>
              </a:spcAft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endParaRPr lang="en-GB" sz="1800" b="0" dirty="0">
              <a:solidFill>
                <a:srgbClr val="26374C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096250" y="2323639"/>
            <a:ext cx="3095625" cy="249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7665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6D10D0A-6E90-4D92-BFBC-05C274162CDC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4775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900" b="0">
                <a:solidFill>
                  <a:srgbClr val="239DAB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239DAB"/>
                </a:solidFill>
                <a:latin typeface="Arial"/>
                <a:ea typeface="Arial"/>
                <a:cs typeface="Arial"/>
              </a:rPr>
              <a:t>NeededBy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82DA5E-3C7C-459D-9456-94858E1FE88B}"/>
              </a:ext>
            </a:extLst>
          </p:cNvPr>
          <p:cNvSpPr>
            <a:spLocks noGrp="1"/>
          </p:cNvSpPr>
          <p:nvPr/>
        </p:nvSpPr>
        <p:spPr>
          <a:xfrm>
            <a:off x="11334750" y="6153150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8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7B4FDD-E1C0-4100-A937-CCE652CD8191}"/>
              </a:ext>
            </a:extLst>
          </p:cNvPr>
          <p:cNvSpPr>
            <a:spLocks noGrp="1"/>
          </p:cNvSpPr>
          <p:nvPr/>
        </p:nvSpPr>
        <p:spPr>
          <a:xfrm>
            <a:off x="809625" y="1476375"/>
            <a:ext cx="6953250" cy="419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1" dirty="0" err="1">
                <a:solidFill>
                  <a:srgbClr val="26374C"/>
                </a:solidFill>
                <a:latin typeface="Arial"/>
                <a:ea typeface="Arial"/>
                <a:cs typeface="Arial"/>
              </a:rPr>
              <a:t>NeededBy</a:t>
            </a:r>
            <a:r>
              <a:rPr sz="1800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 links a task with a resource.</a:t>
            </a: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It indicates that the actor needs the resource to execute the task.</a:t>
            </a: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It does not explain the reason for the need, such as consumption or reading.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22164" y="1619250"/>
            <a:ext cx="3043798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7665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3E7B6-59C0-414D-AA21-22DCE7CAE197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4775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900" b="0">
                <a:solidFill>
                  <a:srgbClr val="239DAB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239DAB"/>
                </a:solidFill>
                <a:latin typeface="Arial"/>
                <a:ea typeface="Arial"/>
                <a:cs typeface="Arial"/>
              </a:rPr>
              <a:t>Contribution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FFF122-7371-4070-9E5A-C004A23A21E8}"/>
              </a:ext>
            </a:extLst>
          </p:cNvPr>
          <p:cNvSpPr>
            <a:spLocks noGrp="1"/>
          </p:cNvSpPr>
          <p:nvPr/>
        </p:nvSpPr>
        <p:spPr>
          <a:xfrm>
            <a:off x="11334750" y="6153150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8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080FE4-9F80-4CC6-A388-255A30C7DC72}"/>
              </a:ext>
            </a:extLst>
          </p:cNvPr>
          <p:cNvSpPr>
            <a:spLocks noGrp="1"/>
          </p:cNvSpPr>
          <p:nvPr/>
        </p:nvSpPr>
        <p:spPr>
          <a:xfrm>
            <a:off x="809625" y="1476375"/>
            <a:ext cx="10572750" cy="442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Contribution links</a:t>
            </a:r>
            <a:r>
              <a:rPr sz="1800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 represent the effects of intentional elements on qualities.</a:t>
            </a:r>
          </a:p>
          <a:p>
            <a:pPr marL="685800" lvl="1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These qualitative links help analysts choose between alternative goals or tasks.</a:t>
            </a: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A quality can be </a:t>
            </a:r>
            <a:endParaRPr lang="en-GB" sz="1800" b="0" dirty="0">
              <a:solidFill>
                <a:srgbClr val="26374C"/>
              </a:solidFill>
              <a:latin typeface="Arial"/>
              <a:ea typeface="Arial"/>
              <a:cs typeface="Arial"/>
            </a:endParaRPr>
          </a:p>
          <a:p>
            <a:pPr marL="685800" lvl="1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fulfilled (satisfied), with sufficient positive evidence.</a:t>
            </a:r>
          </a:p>
          <a:p>
            <a:pPr marL="685800" lvl="1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denied, with strong negative evidence.</a:t>
            </a: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lang="en-GB" sz="1800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No details here on how fulfilment / denial are calculated</a:t>
            </a:r>
            <a:r>
              <a:rPr sz="1800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547665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846A83D-3722-4C04-9A44-C8BC8C0E6C5B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4775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900" b="0">
                <a:solidFill>
                  <a:srgbClr val="239DAB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239DAB"/>
                </a:solidFill>
                <a:latin typeface="Arial"/>
                <a:ea typeface="Arial"/>
                <a:cs typeface="Arial"/>
              </a:rPr>
              <a:t>Contribution types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7842D1-677A-494C-9BB1-A3FD3E7EDF70}"/>
              </a:ext>
            </a:extLst>
          </p:cNvPr>
          <p:cNvSpPr>
            <a:spLocks noGrp="1"/>
          </p:cNvSpPr>
          <p:nvPr/>
        </p:nvSpPr>
        <p:spPr>
          <a:xfrm>
            <a:off x="11334750" y="6153150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8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35D17F-9F41-4B01-938C-080BD0733FB2}"/>
              </a:ext>
            </a:extLst>
          </p:cNvPr>
          <p:cNvSpPr>
            <a:spLocks noGrp="1"/>
          </p:cNvSpPr>
          <p:nvPr/>
        </p:nvSpPr>
        <p:spPr>
          <a:xfrm>
            <a:off x="809625" y="1476375"/>
            <a:ext cx="10572750" cy="2286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lang="en-GB" sz="180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Four types, expressing that “the source provides…”</a:t>
            </a:r>
          </a:p>
          <a:p>
            <a:pPr marL="685800" lvl="1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b="1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Make</a:t>
            </a:r>
            <a:r>
              <a:rPr lang="en-GB" b="1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 (++)</a:t>
            </a:r>
            <a:r>
              <a:rPr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: sufficient positive evidence to satisfy the </a:t>
            </a:r>
            <a:r>
              <a:rPr b="0" i="1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target</a:t>
            </a:r>
            <a:r>
              <a:rPr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marL="685800" lvl="1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b="1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Help</a:t>
            </a:r>
            <a:r>
              <a:rPr lang="en-GB" b="1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 (+)</a:t>
            </a:r>
            <a:r>
              <a:rPr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: weak positive evidence to satisfy the </a:t>
            </a:r>
            <a:r>
              <a:rPr b="0" i="1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target</a:t>
            </a:r>
            <a:r>
              <a:rPr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marL="685800" lvl="1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b="1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Hurt</a:t>
            </a:r>
            <a:r>
              <a:rPr lang="en-GB" b="1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 (-)</a:t>
            </a:r>
            <a:r>
              <a:rPr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: weak evidence against satisfaction, or for denial, of the </a:t>
            </a:r>
            <a:r>
              <a:rPr b="0" i="1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target</a:t>
            </a:r>
            <a:r>
              <a:rPr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marL="685800" lvl="1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b="1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Break</a:t>
            </a:r>
            <a:r>
              <a:rPr lang="en-GB" b="1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 (--)</a:t>
            </a:r>
            <a:r>
              <a:rPr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: sufficient evidence against satisfaction, or for denial, of the </a:t>
            </a:r>
            <a:r>
              <a:rPr b="0" i="1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target</a:t>
            </a:r>
            <a:r>
              <a:rPr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722563" y="3762375"/>
            <a:ext cx="674687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7665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2F99CE7-D44B-4877-BD03-408309296356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4775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900" b="0">
                <a:solidFill>
                  <a:srgbClr val="239DAB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239DAB"/>
                </a:solidFill>
                <a:latin typeface="Arial"/>
                <a:ea typeface="Arial"/>
                <a:cs typeface="Arial"/>
              </a:rPr>
              <a:t>Qualification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B7D41D-4A55-404B-9641-57A0E3BA1156}"/>
              </a:ext>
            </a:extLst>
          </p:cNvPr>
          <p:cNvSpPr>
            <a:spLocks noGrp="1"/>
          </p:cNvSpPr>
          <p:nvPr/>
        </p:nvSpPr>
        <p:spPr>
          <a:xfrm>
            <a:off x="11334750" y="6153150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8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2A3806-A0C4-4B9D-8392-B07DECD5630E}"/>
              </a:ext>
            </a:extLst>
          </p:cNvPr>
          <p:cNvSpPr>
            <a:spLocks noGrp="1"/>
          </p:cNvSpPr>
          <p:nvPr/>
        </p:nvSpPr>
        <p:spPr>
          <a:xfrm>
            <a:off x="809625" y="1476375"/>
            <a:ext cx="6953250" cy="419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Qualification</a:t>
            </a:r>
            <a:r>
              <a:rPr sz="1800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 relates a quality to its subject: a task, goal or resource.</a:t>
            </a: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lang="en-GB" sz="1800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Examples:</a:t>
            </a:r>
          </a:p>
          <a:p>
            <a:pPr marL="685800" lvl="1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“Quick booking” refers to “Trip parts booked” and elaborates how this goal might be achieved.</a:t>
            </a:r>
          </a:p>
          <a:p>
            <a:pPr marL="685800" lvl="1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“No errors” refers to errors that might arise when fulfilling “Request prepared”.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096250" y="2442604"/>
            <a:ext cx="3095625" cy="225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7665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8F22A4B-ABD3-4A32-94DE-493935E122D0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4775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900" b="0">
                <a:solidFill>
                  <a:srgbClr val="239DAB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239DAB"/>
                </a:solidFill>
                <a:latin typeface="Arial"/>
                <a:ea typeface="Arial"/>
                <a:cs typeface="Arial"/>
              </a:rPr>
              <a:t>Outline: modelling views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E740FA-B35D-4EEC-8620-8306625698F7}"/>
              </a:ext>
            </a:extLst>
          </p:cNvPr>
          <p:cNvSpPr>
            <a:spLocks noGrp="1"/>
          </p:cNvSpPr>
          <p:nvPr/>
        </p:nvSpPr>
        <p:spPr>
          <a:xfrm>
            <a:off x="11334750" y="6153150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8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E0EB78-1CCB-4CCC-B4BF-B577204A9285}"/>
              </a:ext>
            </a:extLst>
          </p:cNvPr>
          <p:cNvSpPr>
            <a:spLocks noGrp="1"/>
          </p:cNvSpPr>
          <p:nvPr/>
        </p:nvSpPr>
        <p:spPr>
          <a:xfrm>
            <a:off x="1047750" y="1666875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25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Actors and their links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42BB84-1727-4020-9ACF-4AB4BB8E7114}"/>
              </a:ext>
            </a:extLst>
          </p:cNvPr>
          <p:cNvSpPr>
            <a:spLocks noGrp="1"/>
          </p:cNvSpPr>
          <p:nvPr/>
        </p:nvSpPr>
        <p:spPr>
          <a:xfrm>
            <a:off x="1047750" y="2524125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25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Intentional elements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90D426-7AFB-443E-9FE2-56DDF4B72539}"/>
              </a:ext>
            </a:extLst>
          </p:cNvPr>
          <p:cNvSpPr>
            <a:spLocks noGrp="1"/>
          </p:cNvSpPr>
          <p:nvPr/>
        </p:nvSpPr>
        <p:spPr>
          <a:xfrm>
            <a:off x="1047750" y="3381375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25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Social dependencies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C18F7E-2AA1-4F08-BE54-E969D154BCAF}"/>
              </a:ext>
            </a:extLst>
          </p:cNvPr>
          <p:cNvSpPr>
            <a:spLocks noGrp="1"/>
          </p:cNvSpPr>
          <p:nvPr/>
        </p:nvSpPr>
        <p:spPr>
          <a:xfrm>
            <a:off x="1047750" y="4238625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25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Linking intentional elements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B6FAA9F-D0FE-486F-AFFD-54A53F000FD7}"/>
              </a:ext>
            </a:extLst>
          </p:cNvPr>
          <p:cNvSpPr>
            <a:spLocks noGrp="1"/>
          </p:cNvSpPr>
          <p:nvPr/>
        </p:nvSpPr>
        <p:spPr>
          <a:xfrm>
            <a:off x="6572250" y="1666875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250" b="1">
                <a:solidFill>
                  <a:srgbClr val="239DA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39DAB"/>
                </a:solidFill>
                <a:latin typeface="Arial"/>
                <a:ea typeface="Arial"/>
                <a:cs typeface="Arial"/>
              </a:rPr>
              <a:t>Modelling views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4A7FF3-EBCE-4C51-8E2A-E6A1D47F5074}"/>
              </a:ext>
            </a:extLst>
          </p:cNvPr>
          <p:cNvSpPr>
            <a:spLocks noGrp="1"/>
          </p:cNvSpPr>
          <p:nvPr/>
        </p:nvSpPr>
        <p:spPr>
          <a:xfrm>
            <a:off x="6572250" y="1457325"/>
            <a:ext cx="38100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050" b="0">
                <a:solidFill>
                  <a:srgbClr val="239DA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9DAB"/>
                </a:solidFill>
                <a:latin typeface="Arial"/>
                <a:ea typeface="Arial"/>
                <a:cs typeface="Arial"/>
              </a:rPr>
              <a:t>Current topic</a:t>
            </a:r>
          </a:p>
        </p:txBody>
      </p:sp>
    </p:spTree>
    <p:extLst>
      <p:ext uri="{BB962C8B-B14F-4D97-AF65-F5344CB8AC3E}">
        <p14:creationId xmlns:p14="http://schemas.microsoft.com/office/powerpoint/2010/main" val="13547665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4CA35E1-7D36-4D8A-802D-F2618CE6239E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4775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900" b="0">
                <a:solidFill>
                  <a:srgbClr val="239DAB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239DAB"/>
                </a:solidFill>
                <a:latin typeface="Arial"/>
                <a:ea typeface="Arial"/>
                <a:cs typeface="Arial"/>
              </a:rPr>
              <a:t>Model views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A36572-E4A8-4F79-9DF8-6174F752E244}"/>
              </a:ext>
            </a:extLst>
          </p:cNvPr>
          <p:cNvSpPr>
            <a:spLocks noGrp="1"/>
          </p:cNvSpPr>
          <p:nvPr/>
        </p:nvSpPr>
        <p:spPr>
          <a:xfrm>
            <a:off x="11334750" y="6153150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8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56996A-CF05-48D7-8629-51CB9F88DE44}"/>
              </a:ext>
            </a:extLst>
          </p:cNvPr>
          <p:cNvSpPr>
            <a:spLocks noGrp="1"/>
          </p:cNvSpPr>
          <p:nvPr/>
        </p:nvSpPr>
        <p:spPr>
          <a:xfrm>
            <a:off x="809625" y="1476375"/>
            <a:ext cx="10572750" cy="442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An analyst creates an iStar 2.0 </a:t>
            </a:r>
            <a:r>
              <a:rPr sz="1800" b="1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model</a:t>
            </a:r>
            <a:r>
              <a:rPr sz="1800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The </a:t>
            </a:r>
            <a:r>
              <a:rPr sz="1800" b="1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model</a:t>
            </a:r>
            <a:r>
              <a:rPr sz="1800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 can be </a:t>
            </a:r>
            <a:r>
              <a:rPr sz="1800" b="0" dirty="0" err="1">
                <a:solidFill>
                  <a:srgbClr val="26374C"/>
                </a:solidFill>
                <a:latin typeface="Arial"/>
                <a:ea typeface="Arial"/>
                <a:cs typeface="Arial"/>
              </a:rPr>
              <a:t>visualised</a:t>
            </a:r>
            <a:r>
              <a:rPr sz="1800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 through multiple perspectives or </a:t>
            </a:r>
            <a:r>
              <a:rPr sz="1800" b="1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model views</a:t>
            </a:r>
            <a:r>
              <a:rPr sz="1800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Standard views </a:t>
            </a:r>
            <a:r>
              <a:rPr lang="en-GB" sz="1800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exist, </a:t>
            </a:r>
            <a:r>
              <a:rPr sz="1800" b="0" dirty="0" err="1">
                <a:solidFill>
                  <a:srgbClr val="26374C"/>
                </a:solidFill>
                <a:latin typeface="Arial"/>
                <a:ea typeface="Arial"/>
                <a:cs typeface="Arial"/>
              </a:rPr>
              <a:t>includ</a:t>
            </a:r>
            <a:r>
              <a:rPr lang="en-GB" sz="1800" b="0" dirty="0" err="1">
                <a:solidFill>
                  <a:srgbClr val="26374C"/>
                </a:solidFill>
                <a:latin typeface="Arial"/>
                <a:ea typeface="Arial"/>
                <a:cs typeface="Arial"/>
              </a:rPr>
              <a:t>ing</a:t>
            </a:r>
            <a:r>
              <a:rPr sz="1800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 </a:t>
            </a:r>
            <a:r>
              <a:rPr lang="en-GB" sz="1800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two from </a:t>
            </a:r>
            <a:r>
              <a:rPr lang="en-GB" sz="1800" b="0" dirty="0" err="1">
                <a:solidFill>
                  <a:srgbClr val="26374C"/>
                </a:solidFill>
                <a:latin typeface="Arial"/>
                <a:ea typeface="Arial"/>
                <a:cs typeface="Arial"/>
              </a:rPr>
              <a:t>i</a:t>
            </a:r>
            <a:r>
              <a:rPr lang="en-GB" sz="1800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*</a:t>
            </a:r>
          </a:p>
          <a:p>
            <a:pPr marL="685800" lvl="1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lang="en-GB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S</a:t>
            </a:r>
            <a:r>
              <a:rPr b="0" dirty="0" err="1">
                <a:solidFill>
                  <a:srgbClr val="26374C"/>
                </a:solidFill>
                <a:latin typeface="Arial"/>
                <a:ea typeface="Arial"/>
                <a:cs typeface="Arial"/>
              </a:rPr>
              <a:t>trategic</a:t>
            </a:r>
            <a:r>
              <a:rPr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 </a:t>
            </a:r>
            <a:r>
              <a:rPr lang="en-GB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R</a:t>
            </a:r>
            <a:r>
              <a:rPr b="0" dirty="0" err="1">
                <a:solidFill>
                  <a:srgbClr val="26374C"/>
                </a:solidFill>
                <a:latin typeface="Arial"/>
                <a:ea typeface="Arial"/>
                <a:cs typeface="Arial"/>
              </a:rPr>
              <a:t>ationale</a:t>
            </a:r>
            <a:r>
              <a:rPr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 (SR) </a:t>
            </a:r>
            <a:endParaRPr lang="en-GB" b="0" dirty="0">
              <a:solidFill>
                <a:srgbClr val="26374C"/>
              </a:solidFill>
              <a:latin typeface="Arial"/>
              <a:ea typeface="Arial"/>
              <a:cs typeface="Arial"/>
            </a:endParaRPr>
          </a:p>
          <a:p>
            <a:pPr marL="685800" lvl="1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lang="en-GB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S</a:t>
            </a:r>
            <a:r>
              <a:rPr b="0" dirty="0" err="1">
                <a:solidFill>
                  <a:srgbClr val="26374C"/>
                </a:solidFill>
                <a:latin typeface="Arial"/>
                <a:ea typeface="Arial"/>
                <a:cs typeface="Arial"/>
              </a:rPr>
              <a:t>trategic</a:t>
            </a:r>
            <a:r>
              <a:rPr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 </a:t>
            </a:r>
            <a:r>
              <a:rPr lang="en-GB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D</a:t>
            </a:r>
            <a:r>
              <a:rPr b="0" dirty="0" err="1">
                <a:solidFill>
                  <a:srgbClr val="26374C"/>
                </a:solidFill>
                <a:latin typeface="Arial"/>
                <a:ea typeface="Arial"/>
                <a:cs typeface="Arial"/>
              </a:rPr>
              <a:t>ependency</a:t>
            </a:r>
            <a:r>
              <a:rPr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 (SD)</a:t>
            </a: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Hybrid views can also be defined.</a:t>
            </a:r>
          </a:p>
        </p:txBody>
      </p:sp>
    </p:spTree>
    <p:extLst>
      <p:ext uri="{BB962C8B-B14F-4D97-AF65-F5344CB8AC3E}">
        <p14:creationId xmlns:p14="http://schemas.microsoft.com/office/powerpoint/2010/main" val="13547665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9217656-FCF2-4466-B153-BD4806EDBD15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4775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900" b="0">
                <a:solidFill>
                  <a:srgbClr val="239DAB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239DAB"/>
                </a:solidFill>
                <a:latin typeface="Arial"/>
                <a:ea typeface="Arial"/>
                <a:cs typeface="Arial"/>
              </a:rPr>
              <a:t>Strategic rationale in iStar 2.0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66CB71-FB3A-4C20-92F9-44C4A93F323E}"/>
              </a:ext>
            </a:extLst>
          </p:cNvPr>
          <p:cNvSpPr>
            <a:spLocks noGrp="1"/>
          </p:cNvSpPr>
          <p:nvPr/>
        </p:nvSpPr>
        <p:spPr>
          <a:xfrm>
            <a:off x="11334750" y="6153150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8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D98084-2A26-45C7-84E2-C01DE4AC1816}"/>
              </a:ext>
            </a:extLst>
          </p:cNvPr>
          <p:cNvSpPr>
            <a:spLocks noGrp="1"/>
          </p:cNvSpPr>
          <p:nvPr/>
        </p:nvSpPr>
        <p:spPr>
          <a:xfrm>
            <a:off x="809625" y="1524000"/>
            <a:ext cx="4286250" cy="433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Shows all details captured in the model:</a:t>
            </a: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Actors</a:t>
            </a: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Actor links</a:t>
            </a: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Intentional elements</a:t>
            </a: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Dependencies</a:t>
            </a: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C"/>
                </a:solidFill>
                <a:latin typeface="Arial"/>
                <a:ea typeface="Arial"/>
                <a:cs typeface="Arial"/>
              </a:rPr>
              <a:t>Intentional element links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34088" y="1381125"/>
            <a:ext cx="4552950" cy="45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7665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FCF217A-9712-4832-AB39-BC7F733D7035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4775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900" b="0">
                <a:solidFill>
                  <a:srgbClr val="239DAB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239DAB"/>
                </a:solidFill>
                <a:latin typeface="Arial"/>
                <a:ea typeface="Arial"/>
                <a:cs typeface="Arial"/>
              </a:rPr>
              <a:t>Strategic dependency in iStar 2.0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25E118-B75E-4594-97BA-5989662CDFEF}"/>
              </a:ext>
            </a:extLst>
          </p:cNvPr>
          <p:cNvSpPr>
            <a:spLocks noGrp="1"/>
          </p:cNvSpPr>
          <p:nvPr/>
        </p:nvSpPr>
        <p:spPr>
          <a:xfrm>
            <a:off x="11334750" y="6153150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8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0F2F46-0B94-46A5-ACC9-C73307694547}"/>
              </a:ext>
            </a:extLst>
          </p:cNvPr>
          <p:cNvSpPr>
            <a:spLocks noGrp="1"/>
          </p:cNvSpPr>
          <p:nvPr/>
        </p:nvSpPr>
        <p:spPr>
          <a:xfrm>
            <a:off x="809625" y="1524000"/>
            <a:ext cx="4286250" cy="433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Shows the social part of the model:</a:t>
            </a: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Actors</a:t>
            </a: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Actor links</a:t>
            </a: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Dependencies</a:t>
            </a: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1" u="sng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Hides intentional elements inside actor boundaries </a:t>
            </a:r>
            <a:r>
              <a:rPr sz="1800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and their links.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0" y="1818214"/>
            <a:ext cx="6334125" cy="3678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7665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3ED9177-89D0-480C-9DED-AB364A24FF70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4775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900" b="0">
                <a:solidFill>
                  <a:srgbClr val="239DAB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239DAB"/>
                </a:solidFill>
                <a:latin typeface="Arial"/>
                <a:ea typeface="Arial"/>
                <a:cs typeface="Arial"/>
              </a:rPr>
              <a:t>A hybrid view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B0FB75-EB2A-43BE-8FF6-A51E4EAFE585}"/>
              </a:ext>
            </a:extLst>
          </p:cNvPr>
          <p:cNvSpPr>
            <a:spLocks noGrp="1"/>
          </p:cNvSpPr>
          <p:nvPr/>
        </p:nvSpPr>
        <p:spPr>
          <a:xfrm>
            <a:off x="11334750" y="6153150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8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3BF365-82F3-48A2-AA1E-699738E4126A}"/>
              </a:ext>
            </a:extLst>
          </p:cNvPr>
          <p:cNvSpPr>
            <a:spLocks noGrp="1"/>
          </p:cNvSpPr>
          <p:nvPr/>
        </p:nvSpPr>
        <p:spPr>
          <a:xfrm>
            <a:off x="809625" y="1524000"/>
            <a:ext cx="4286250" cy="433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Example: some actor boundaries are open, while others remain closed.</a:t>
            </a:r>
            <a:endParaRPr lang="en-GB" sz="1800" b="0" dirty="0">
              <a:solidFill>
                <a:srgbClr val="26374C"/>
              </a:solidFill>
              <a:latin typeface="Arial"/>
              <a:ea typeface="Arial"/>
              <a:cs typeface="Arial"/>
            </a:endParaRP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Actor links are hidden.</a:t>
            </a:r>
          </a:p>
          <a:p>
            <a:pPr marL="228600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Other hybrid views:</a:t>
            </a:r>
          </a:p>
          <a:p>
            <a:pPr marL="685800" lvl="1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b="0" i="1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Functional</a:t>
            </a:r>
            <a:r>
              <a:rPr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 view: no qualities.</a:t>
            </a:r>
          </a:p>
          <a:p>
            <a:pPr marL="685800" lvl="1" indent="-114300">
              <a:spcAft>
                <a:spcPts val="1300"/>
              </a:spcAft>
              <a:buChar char="•"/>
              <a:defRPr sz="1800" b="0">
                <a:solidFill>
                  <a:srgbClr val="26374C"/>
                </a:solidFill>
                <a:latin typeface="Arial"/>
                <a:ea typeface="Arial"/>
                <a:cs typeface="Arial"/>
              </a:defRPr>
            </a:pPr>
            <a:r>
              <a:rPr b="0" i="1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Actor</a:t>
            </a:r>
            <a:r>
              <a:rPr b="0" dirty="0">
                <a:solidFill>
                  <a:srgbClr val="26374C"/>
                </a:solidFill>
                <a:latin typeface="Arial"/>
                <a:ea typeface="Arial"/>
                <a:cs typeface="Arial"/>
              </a:rPr>
              <a:t> view: only actors and their links.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889049" y="1381125"/>
            <a:ext cx="4843027" cy="45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7665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0EE76-8E2B-368B-6863-023122CB7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17F16-DDFB-DB08-4C2A-BE5E93C86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7226" y="5546131"/>
            <a:ext cx="6083524" cy="643275"/>
          </a:xfrm>
        </p:spPr>
        <p:txBody>
          <a:bodyPr>
            <a:normAutofit/>
          </a:bodyPr>
          <a:lstStyle/>
          <a:p>
            <a:pPr algn="ctr"/>
            <a:r>
              <a:rPr lang="en-GB" altLang="en-US" sz="3600" dirty="0"/>
              <a:t>Any questions?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792B8-AB07-ECE2-A5B7-EB87FFA0DB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DEE58D-15F6-7CF8-51D5-F3A7AABE1E6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Dr David Wyatt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C41372-FB65-EDB9-31A3-E19677E1496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3FDB7ED-33F3-DFE3-6071-74049D002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522" y="2498124"/>
            <a:ext cx="3048006" cy="3048006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FFE768E2-D838-F52C-2663-333B8F28EB4E}"/>
              </a:ext>
            </a:extLst>
          </p:cNvPr>
          <p:cNvSpPr txBox="1">
            <a:spLocks/>
          </p:cNvSpPr>
          <p:nvPr/>
        </p:nvSpPr>
        <p:spPr>
          <a:xfrm>
            <a:off x="3727226" y="1698978"/>
            <a:ext cx="6083524" cy="95154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606425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bg1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ctr" defTabSz="606425" rtl="0" eaLnBrk="1" fontAlgn="base" hangingPunct="1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algn="ctr" defTabSz="606425" rtl="0" eaLnBrk="1" fontAlgn="base" hangingPunct="1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algn="ctr" defTabSz="606425" rtl="0" eaLnBrk="1" fontAlgn="base" hangingPunct="1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algn="ctr" defTabSz="606425" rtl="0" eaLnBrk="1" fontAlgn="base" hangingPunct="1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609555" algn="ctr" defTabSz="609555" rtl="0" eaLnBrk="1" fontAlgn="base" hangingPunct="1">
              <a:spcBef>
                <a:spcPct val="0"/>
              </a:spcBef>
              <a:spcAft>
                <a:spcPct val="0"/>
              </a:spcAft>
              <a:defRPr sz="5867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1219110" algn="ctr" defTabSz="609555" rtl="0" eaLnBrk="1" fontAlgn="base" hangingPunct="1">
              <a:spcBef>
                <a:spcPct val="0"/>
              </a:spcBef>
              <a:spcAft>
                <a:spcPct val="0"/>
              </a:spcAft>
              <a:defRPr sz="5867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1828664" algn="ctr" defTabSz="609555" rtl="0" eaLnBrk="1" fontAlgn="base" hangingPunct="1">
              <a:spcBef>
                <a:spcPct val="0"/>
              </a:spcBef>
              <a:spcAft>
                <a:spcPct val="0"/>
              </a:spcAft>
              <a:defRPr sz="5867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2438218" algn="ctr" defTabSz="609555" rtl="0" eaLnBrk="1" fontAlgn="base" hangingPunct="1">
              <a:spcBef>
                <a:spcPct val="0"/>
              </a:spcBef>
              <a:spcAft>
                <a:spcPct val="0"/>
              </a:spcAft>
              <a:defRPr sz="5867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algn="ctr"/>
            <a:r>
              <a:rPr lang="en-GB" altLang="en-US" dirty="0"/>
              <a:t>Thank you for your attention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3041656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0c7fd77c-bf1b-4511-8a0d-ca095442aa9f}" enabled="1" method="Privileged" siteId="{07ef1208-413c-4b5e-9cdd-64ef305754f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3251</Words>
  <Application>Microsoft Office PowerPoint</Application>
  <DocSecurity>0</DocSecurity>
  <PresentationFormat>Widescreen</PresentationFormat>
  <Paragraphs>336</Paragraphs>
  <Slides>38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David Wyatt</cp:lastModifiedBy>
  <cp:revision>1</cp:revision>
  <dcterms:created xsi:type="dcterms:W3CDTF">2026-10-05T09:20:03Z</dcterms:created>
  <dcterms:modified xsi:type="dcterms:W3CDTF">2026-10-11T15:01:03Z</dcterms:modified>
</cp:coreProperties>
</file>