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9" r:id="rId5"/>
  </p:sldMasterIdLst>
  <p:notesMasterIdLst>
    <p:notesMasterId r:id="rId22"/>
  </p:notesMasterIdLst>
  <p:handoutMasterIdLst>
    <p:handoutMasterId r:id="rId23"/>
  </p:handoutMasterIdLst>
  <p:sldIdLst>
    <p:sldId id="256" r:id="rId6"/>
    <p:sldId id="287" r:id="rId7"/>
    <p:sldId id="289" r:id="rId8"/>
    <p:sldId id="290" r:id="rId9"/>
    <p:sldId id="291" r:id="rId10"/>
    <p:sldId id="301" r:id="rId11"/>
    <p:sldId id="292" r:id="rId12"/>
    <p:sldId id="293" r:id="rId13"/>
    <p:sldId id="294" r:id="rId14"/>
    <p:sldId id="295" r:id="rId15"/>
    <p:sldId id="296" r:id="rId16"/>
    <p:sldId id="298" r:id="rId17"/>
    <p:sldId id="297" r:id="rId18"/>
    <p:sldId id="299" r:id="rId19"/>
    <p:sldId id="300" r:id="rId20"/>
    <p:sldId id="302" r:id="rId21"/>
  </p:sldIdLst>
  <p:sldSz cx="9144000" cy="6858000" type="screen4x3"/>
  <p:notesSz cx="9144000" cy="6858000"/>
  <p:custDataLst>
    <p:tags r:id="rId24"/>
  </p:custDataLst>
  <p:defaultTextStyle>
    <a:defPPr>
      <a:defRPr lang="en-US"/>
    </a:defPPr>
    <a:lvl1pPr algn="l" rtl="0" eaLnBrk="0" fontAlgn="base" hangingPunct="0">
      <a:spcBef>
        <a:spcPct val="0"/>
      </a:spcBef>
      <a:spcAft>
        <a:spcPct val="0"/>
      </a:spcAft>
      <a:defRPr kern="1200">
        <a:solidFill>
          <a:schemeClr val="tx1"/>
        </a:solidFill>
        <a:latin typeface="Arial" charset="0"/>
        <a:ea typeface="ＭＳ Ｐゴシック" charset="-128"/>
        <a:cs typeface="+mn-cs"/>
      </a:defRPr>
    </a:lvl1pPr>
    <a:lvl2pPr marL="455613" indent="1588" algn="l" rtl="0" eaLnBrk="0" fontAlgn="base" hangingPunct="0">
      <a:spcBef>
        <a:spcPct val="0"/>
      </a:spcBef>
      <a:spcAft>
        <a:spcPct val="0"/>
      </a:spcAft>
      <a:defRPr kern="1200">
        <a:solidFill>
          <a:schemeClr val="tx1"/>
        </a:solidFill>
        <a:latin typeface="Arial" charset="0"/>
        <a:ea typeface="ＭＳ Ｐゴシック" charset="-128"/>
        <a:cs typeface="+mn-cs"/>
      </a:defRPr>
    </a:lvl2pPr>
    <a:lvl3pPr marL="912813" indent="1588" algn="l" rtl="0" eaLnBrk="0" fontAlgn="base" hangingPunct="0">
      <a:spcBef>
        <a:spcPct val="0"/>
      </a:spcBef>
      <a:spcAft>
        <a:spcPct val="0"/>
      </a:spcAft>
      <a:defRPr kern="1200">
        <a:solidFill>
          <a:schemeClr val="tx1"/>
        </a:solidFill>
        <a:latin typeface="Arial" charset="0"/>
        <a:ea typeface="ＭＳ Ｐゴシック" charset="-128"/>
        <a:cs typeface="+mn-cs"/>
      </a:defRPr>
    </a:lvl3pPr>
    <a:lvl4pPr marL="1370013" indent="1588" algn="l" rtl="0" eaLnBrk="0" fontAlgn="base" hangingPunct="0">
      <a:spcBef>
        <a:spcPct val="0"/>
      </a:spcBef>
      <a:spcAft>
        <a:spcPct val="0"/>
      </a:spcAft>
      <a:defRPr kern="1200">
        <a:solidFill>
          <a:schemeClr val="tx1"/>
        </a:solidFill>
        <a:latin typeface="Arial" charset="0"/>
        <a:ea typeface="ＭＳ Ｐゴシック" charset="-128"/>
        <a:cs typeface="+mn-cs"/>
      </a:defRPr>
    </a:lvl4pPr>
    <a:lvl5pPr marL="1827213" indent="1588" algn="l" rtl="0" eaLnBrk="0" fontAlgn="base" hangingPunct="0">
      <a:spcBef>
        <a:spcPct val="0"/>
      </a:spcBef>
      <a:spcAft>
        <a:spcPct val="0"/>
      </a:spcAft>
      <a:defRPr kern="1200">
        <a:solidFill>
          <a:schemeClr val="tx1"/>
        </a:solidFill>
        <a:latin typeface="Arial" charset="0"/>
        <a:ea typeface="ＭＳ Ｐゴシック" charset="-128"/>
        <a:cs typeface="+mn-cs"/>
      </a:defRPr>
    </a:lvl5pPr>
    <a:lvl6pPr marL="2286000" algn="l" defTabSz="914400" rtl="0" eaLnBrk="1" latinLnBrk="0" hangingPunct="1">
      <a:defRPr kern="1200">
        <a:solidFill>
          <a:schemeClr val="tx1"/>
        </a:solidFill>
        <a:latin typeface="Arial" charset="0"/>
        <a:ea typeface="ＭＳ Ｐゴシック" charset="-128"/>
        <a:cs typeface="+mn-cs"/>
      </a:defRPr>
    </a:lvl6pPr>
    <a:lvl7pPr marL="2743200" algn="l" defTabSz="914400" rtl="0" eaLnBrk="1" latinLnBrk="0" hangingPunct="1">
      <a:defRPr kern="1200">
        <a:solidFill>
          <a:schemeClr val="tx1"/>
        </a:solidFill>
        <a:latin typeface="Arial" charset="0"/>
        <a:ea typeface="ＭＳ Ｐゴシック" charset="-128"/>
        <a:cs typeface="+mn-cs"/>
      </a:defRPr>
    </a:lvl7pPr>
    <a:lvl8pPr marL="3200400" algn="l" defTabSz="914400" rtl="0" eaLnBrk="1" latinLnBrk="0" hangingPunct="1">
      <a:defRPr kern="1200">
        <a:solidFill>
          <a:schemeClr val="tx1"/>
        </a:solidFill>
        <a:latin typeface="Arial" charset="0"/>
        <a:ea typeface="ＭＳ Ｐゴシック" charset="-128"/>
        <a:cs typeface="+mn-cs"/>
      </a:defRPr>
    </a:lvl8pPr>
    <a:lvl9pPr marL="3657600" algn="l" defTabSz="914400" rtl="0" eaLnBrk="1" latinLnBrk="0" hangingPunct="1">
      <a:defRPr kern="1200">
        <a:solidFill>
          <a:schemeClr val="tx1"/>
        </a:solidFill>
        <a:latin typeface="Arial" charset="0"/>
        <a:ea typeface="ＭＳ Ｐゴシック" charset="-128"/>
        <a:cs typeface="+mn-cs"/>
      </a:defRPr>
    </a:lvl9pPr>
  </p:defaultTextStyle>
  <p:extLst>
    <p:ext uri="{521415D9-36F7-43E2-AB2F-B90AF26B5E84}">
      <p14:sectionLst xmlns:p14="http://schemas.microsoft.com/office/powerpoint/2010/main">
        <p14:section name="BPMN Strategic Process Models" id="{4284EADD-FE41-494D-A42C-2B60CCFC2DE6}">
          <p14:sldIdLst>
            <p14:sldId id="256"/>
            <p14:sldId id="287"/>
            <p14:sldId id="289"/>
            <p14:sldId id="290"/>
            <p14:sldId id="291"/>
            <p14:sldId id="301"/>
            <p14:sldId id="292"/>
            <p14:sldId id="293"/>
            <p14:sldId id="294"/>
            <p14:sldId id="295"/>
            <p14:sldId id="296"/>
            <p14:sldId id="298"/>
            <p14:sldId id="297"/>
            <p14:sldId id="299"/>
            <p14:sldId id="300"/>
            <p14:sldId id="302"/>
          </p14:sldIdLst>
        </p14:section>
      </p14:sectionLst>
    </p:ext>
    <p:ext uri="{EFAFB233-063F-42B5-8137-9DF3F51BA10A}">
      <p15:sldGuideLst xmlns:p15="http://schemas.microsoft.com/office/powerpoint/2012/main">
        <p15:guide id="4" orient="horz" pos="3838">
          <p15:clr>
            <a:srgbClr val="A4A3A4"/>
          </p15:clr>
        </p15:guide>
        <p15:guide id="5" pos="2880">
          <p15:clr>
            <a:srgbClr val="A4A3A4"/>
          </p15:clr>
        </p15:guide>
        <p15:guide id="7" pos="5103">
          <p15:clr>
            <a:srgbClr val="A4A3A4"/>
          </p15:clr>
        </p15:guide>
        <p15:guide id="12" pos="657"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clrMru>
    <a:srgbClr val="199DAC"/>
    <a:srgbClr val="1A9DAC"/>
    <a:srgbClr val="16818D"/>
    <a:srgbClr val="1C9DAC"/>
    <a:srgbClr val="7A7392"/>
    <a:srgbClr val="598752"/>
    <a:srgbClr val="6DA463"/>
    <a:srgbClr val="A65C45"/>
    <a:srgbClr val="CC7054"/>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703"/>
    <p:restoredTop sz="94719"/>
  </p:normalViewPr>
  <p:slideViewPr>
    <p:cSldViewPr snapToGrid="0">
      <p:cViewPr varScale="1">
        <p:scale>
          <a:sx n="59" d="100"/>
          <a:sy n="59" d="100"/>
        </p:scale>
        <p:origin x="1648" y="52"/>
      </p:cViewPr>
      <p:guideLst>
        <p:guide orient="horz" pos="3838"/>
        <p:guide pos="2880"/>
        <p:guide pos="5103"/>
        <p:guide pos="657"/>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6.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tags" Target="tags/tag1.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handoutMaster" Target="handoutMasters/handoutMaster1.xml"/><Relationship Id="rId28"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notesMaster" Target="notesMasters/notesMaster1.xml"/><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vid Wyatt" userId="1b0a4936-1a58-4717-8936-09533ddce9e9" providerId="ADAL" clId="{78B570B4-0A49-41D2-8737-23D6749A7F5B}"/>
    <pc:docChg chg="modSld">
      <pc:chgData name="David Wyatt" userId="1b0a4936-1a58-4717-8936-09533ddce9e9" providerId="ADAL" clId="{78B570B4-0A49-41D2-8737-23D6749A7F5B}" dt="2026-10-07T04:25:19.236" v="1" actId="403"/>
      <pc:docMkLst>
        <pc:docMk/>
      </pc:docMkLst>
      <pc:sldChg chg="modSp mod">
        <pc:chgData name="David Wyatt" userId="1b0a4936-1a58-4717-8936-09533ddce9e9" providerId="ADAL" clId="{78B570B4-0A49-41D2-8737-23D6749A7F5B}" dt="2026-10-07T04:25:19.236" v="1" actId="403"/>
        <pc:sldMkLst>
          <pc:docMk/>
          <pc:sldMk cId="3764760811" sldId="256"/>
        </pc:sldMkLst>
        <pc:spChg chg="mod">
          <ac:chgData name="David Wyatt" userId="1b0a4936-1a58-4717-8936-09533ddce9e9" providerId="ADAL" clId="{78B570B4-0A49-41D2-8737-23D6749A7F5B}" dt="2026-10-07T04:25:19.236" v="1" actId="403"/>
          <ac:spMkLst>
            <pc:docMk/>
            <pc:sldMk cId="3764760811" sldId="256"/>
            <ac:spMk id="2" creationId="{60EF4C6A-CA2E-4C35-8BA5-916C10203F2E}"/>
          </ac:spMkLst>
        </pc:sp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image" Target="../media/image4.svg"/><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7.svg"/></Relationships>
</file>

<file path=ppt/diagrams/_rels/drawing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image" Target="../media/image4.svg"/><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7.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3BFA9BD-6D1C-4E30-83C3-435CF87B2AD2}" type="doc">
      <dgm:prSet loTypeId="urn:microsoft.com/office/officeart/2018/5/layout/IconCircleLabelList" loCatId="icon" qsTypeId="urn:microsoft.com/office/officeart/2005/8/quickstyle/simple1" qsCatId="simple" csTypeId="urn:microsoft.com/office/officeart/2005/8/colors/accent2_2" csCatId="accent2" phldr="1"/>
      <dgm:spPr/>
      <dgm:t>
        <a:bodyPr/>
        <a:lstStyle/>
        <a:p>
          <a:endParaRPr lang="en-US"/>
        </a:p>
      </dgm:t>
    </dgm:pt>
    <dgm:pt modelId="{C648EFFE-75B5-4E64-8C9C-053C14EC939B}">
      <dgm:prSet/>
      <dgm:spPr/>
      <dgm:t>
        <a:bodyPr/>
        <a:lstStyle/>
        <a:p>
          <a:pPr>
            <a:defRPr cap="all"/>
          </a:pPr>
          <a:r>
            <a:rPr lang="en-GB"/>
            <a:t>Improve customer experience/satisfaction</a:t>
          </a:r>
          <a:endParaRPr lang="en-US"/>
        </a:p>
      </dgm:t>
    </dgm:pt>
    <dgm:pt modelId="{94E7E5DD-08B1-4703-82FD-8D703FB9386E}" type="parTrans" cxnId="{6D36ED7E-08F1-4D20-9C28-9225884AA5B7}">
      <dgm:prSet/>
      <dgm:spPr/>
      <dgm:t>
        <a:bodyPr/>
        <a:lstStyle/>
        <a:p>
          <a:endParaRPr lang="en-US"/>
        </a:p>
      </dgm:t>
    </dgm:pt>
    <dgm:pt modelId="{556DEBEB-D95B-409A-B874-8794212E3701}" type="sibTrans" cxnId="{6D36ED7E-08F1-4D20-9C28-9225884AA5B7}">
      <dgm:prSet/>
      <dgm:spPr/>
      <dgm:t>
        <a:bodyPr/>
        <a:lstStyle/>
        <a:p>
          <a:endParaRPr lang="en-US"/>
        </a:p>
      </dgm:t>
    </dgm:pt>
    <dgm:pt modelId="{B19CA35E-D69D-4FD5-ACCD-E67BB275478C}">
      <dgm:prSet/>
      <dgm:spPr/>
      <dgm:t>
        <a:bodyPr/>
        <a:lstStyle/>
        <a:p>
          <a:pPr>
            <a:defRPr cap="all"/>
          </a:pPr>
          <a:r>
            <a:rPr lang="en-GB"/>
            <a:t>Reduce wastage </a:t>
          </a:r>
          <a:endParaRPr lang="en-US"/>
        </a:p>
      </dgm:t>
    </dgm:pt>
    <dgm:pt modelId="{9B6E1931-6243-4CBA-8266-331113837ABA}" type="parTrans" cxnId="{92E16024-E7E3-41B1-B5F3-4F8F5332ADEB}">
      <dgm:prSet/>
      <dgm:spPr/>
      <dgm:t>
        <a:bodyPr/>
        <a:lstStyle/>
        <a:p>
          <a:endParaRPr lang="en-US"/>
        </a:p>
      </dgm:t>
    </dgm:pt>
    <dgm:pt modelId="{46DC805D-D145-4006-A26C-C96491ED92F0}" type="sibTrans" cxnId="{92E16024-E7E3-41B1-B5F3-4F8F5332ADEB}">
      <dgm:prSet/>
      <dgm:spPr/>
      <dgm:t>
        <a:bodyPr/>
        <a:lstStyle/>
        <a:p>
          <a:endParaRPr lang="en-US"/>
        </a:p>
      </dgm:t>
    </dgm:pt>
    <dgm:pt modelId="{63DC6B1A-7BDF-44A6-A1C3-52B7EEB24433}">
      <dgm:prSet/>
      <dgm:spPr/>
      <dgm:t>
        <a:bodyPr/>
        <a:lstStyle/>
        <a:p>
          <a:pPr>
            <a:defRPr cap="all"/>
          </a:pPr>
          <a:r>
            <a:rPr lang="en-GB"/>
            <a:t>Improve efficiency and productivity</a:t>
          </a:r>
          <a:endParaRPr lang="en-US"/>
        </a:p>
      </dgm:t>
    </dgm:pt>
    <dgm:pt modelId="{6A00C588-7F72-44FE-AF49-5E85502A5819}" type="parTrans" cxnId="{5C05292C-DED7-4173-864E-8794D614F637}">
      <dgm:prSet/>
      <dgm:spPr/>
      <dgm:t>
        <a:bodyPr/>
        <a:lstStyle/>
        <a:p>
          <a:endParaRPr lang="en-US"/>
        </a:p>
      </dgm:t>
    </dgm:pt>
    <dgm:pt modelId="{F1BE6278-E6E0-4E13-9F09-8760C43C9E60}" type="sibTrans" cxnId="{5C05292C-DED7-4173-864E-8794D614F637}">
      <dgm:prSet/>
      <dgm:spPr/>
      <dgm:t>
        <a:bodyPr/>
        <a:lstStyle/>
        <a:p>
          <a:endParaRPr lang="en-US"/>
        </a:p>
      </dgm:t>
    </dgm:pt>
    <dgm:pt modelId="{A61F89FC-91E9-44C8-9377-BAC36C2A66E3}">
      <dgm:prSet/>
      <dgm:spPr/>
      <dgm:t>
        <a:bodyPr/>
        <a:lstStyle/>
        <a:p>
          <a:pPr>
            <a:defRPr cap="all"/>
          </a:pPr>
          <a:r>
            <a:rPr lang="en-GB"/>
            <a:t>Improve quality of service</a:t>
          </a:r>
          <a:endParaRPr lang="en-US"/>
        </a:p>
      </dgm:t>
    </dgm:pt>
    <dgm:pt modelId="{14C4103B-711D-4DCC-9CEA-5DCAA259D44C}" type="parTrans" cxnId="{B90418F7-A2EE-4C18-B66D-5D0E05112295}">
      <dgm:prSet/>
      <dgm:spPr/>
      <dgm:t>
        <a:bodyPr/>
        <a:lstStyle/>
        <a:p>
          <a:endParaRPr lang="en-US"/>
        </a:p>
      </dgm:t>
    </dgm:pt>
    <dgm:pt modelId="{182F83DC-A011-4812-B337-70BE3964238E}" type="sibTrans" cxnId="{B90418F7-A2EE-4C18-B66D-5D0E05112295}">
      <dgm:prSet/>
      <dgm:spPr/>
      <dgm:t>
        <a:bodyPr/>
        <a:lstStyle/>
        <a:p>
          <a:endParaRPr lang="en-US"/>
        </a:p>
      </dgm:t>
    </dgm:pt>
    <dgm:pt modelId="{CAE55F1D-58D8-4315-B933-91106AB5F215}">
      <dgm:prSet/>
      <dgm:spPr/>
      <dgm:t>
        <a:bodyPr/>
        <a:lstStyle/>
        <a:p>
          <a:pPr>
            <a:defRPr cap="all"/>
          </a:pPr>
          <a:r>
            <a:rPr lang="en-GB"/>
            <a:t>Reduce conflicts</a:t>
          </a:r>
          <a:endParaRPr lang="en-US"/>
        </a:p>
      </dgm:t>
    </dgm:pt>
    <dgm:pt modelId="{CF5F8185-F96B-4907-B4F8-746C68205F75}" type="parTrans" cxnId="{C85F6A4D-1459-4CBC-8FB4-F2D15D21FA4E}">
      <dgm:prSet/>
      <dgm:spPr/>
      <dgm:t>
        <a:bodyPr/>
        <a:lstStyle/>
        <a:p>
          <a:endParaRPr lang="en-US"/>
        </a:p>
      </dgm:t>
    </dgm:pt>
    <dgm:pt modelId="{C5C13282-A658-4558-A093-00895C2A5B84}" type="sibTrans" cxnId="{C85F6A4D-1459-4CBC-8FB4-F2D15D21FA4E}">
      <dgm:prSet/>
      <dgm:spPr/>
      <dgm:t>
        <a:bodyPr/>
        <a:lstStyle/>
        <a:p>
          <a:endParaRPr lang="en-US"/>
        </a:p>
      </dgm:t>
    </dgm:pt>
    <dgm:pt modelId="{41CA9987-9534-40CB-BE7B-E9D07375922D}">
      <dgm:prSet/>
      <dgm:spPr/>
      <dgm:t>
        <a:bodyPr/>
        <a:lstStyle/>
        <a:p>
          <a:pPr>
            <a:defRPr cap="all"/>
          </a:pPr>
          <a:r>
            <a:rPr lang="en-GB"/>
            <a:t>Improve transparency </a:t>
          </a:r>
          <a:endParaRPr lang="en-US"/>
        </a:p>
      </dgm:t>
    </dgm:pt>
    <dgm:pt modelId="{E38E76A8-52BD-4728-AA30-D2C8A15A723F}" type="parTrans" cxnId="{45576611-F8FD-4682-8731-B8F7552EECF0}">
      <dgm:prSet/>
      <dgm:spPr/>
      <dgm:t>
        <a:bodyPr/>
        <a:lstStyle/>
        <a:p>
          <a:endParaRPr lang="en-US"/>
        </a:p>
      </dgm:t>
    </dgm:pt>
    <dgm:pt modelId="{217871B1-406E-4DBD-8020-F1BAE8A1B533}" type="sibTrans" cxnId="{45576611-F8FD-4682-8731-B8F7552EECF0}">
      <dgm:prSet/>
      <dgm:spPr/>
      <dgm:t>
        <a:bodyPr/>
        <a:lstStyle/>
        <a:p>
          <a:endParaRPr lang="en-US"/>
        </a:p>
      </dgm:t>
    </dgm:pt>
    <dgm:pt modelId="{D9527D51-0F64-4284-B4F2-2E6E6DEEF861}" type="pres">
      <dgm:prSet presAssocID="{93BFA9BD-6D1C-4E30-83C3-435CF87B2AD2}" presName="root" presStyleCnt="0">
        <dgm:presLayoutVars>
          <dgm:dir/>
          <dgm:resizeHandles val="exact"/>
        </dgm:presLayoutVars>
      </dgm:prSet>
      <dgm:spPr/>
    </dgm:pt>
    <dgm:pt modelId="{FA153CF5-0CF9-49E1-820E-8979C00618BA}" type="pres">
      <dgm:prSet presAssocID="{C648EFFE-75B5-4E64-8C9C-053C14EC939B}" presName="compNode" presStyleCnt="0"/>
      <dgm:spPr/>
    </dgm:pt>
    <dgm:pt modelId="{90D22050-6648-4F54-ADF5-E21AC22DE059}" type="pres">
      <dgm:prSet presAssocID="{C648EFFE-75B5-4E64-8C9C-053C14EC939B}" presName="iconBgRect" presStyleLbl="bgShp" presStyleIdx="0" presStyleCnt="6"/>
      <dgm:spPr/>
    </dgm:pt>
    <dgm:pt modelId="{2AEA4973-14F6-4F97-B1BC-E8BE1FF918E6}" type="pres">
      <dgm:prSet presAssocID="{C648EFFE-75B5-4E64-8C9C-053C14EC939B}" presName="iconRect" presStyleLbl="node1" presStyleIdx="0"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Smiling Face with No Fill"/>
        </a:ext>
      </dgm:extLst>
    </dgm:pt>
    <dgm:pt modelId="{95929902-08E2-48B4-9ACC-C2DB8043597F}" type="pres">
      <dgm:prSet presAssocID="{C648EFFE-75B5-4E64-8C9C-053C14EC939B}" presName="spaceRect" presStyleCnt="0"/>
      <dgm:spPr/>
    </dgm:pt>
    <dgm:pt modelId="{FB652B39-39A1-437C-B91F-44C849C21C14}" type="pres">
      <dgm:prSet presAssocID="{C648EFFE-75B5-4E64-8C9C-053C14EC939B}" presName="textRect" presStyleLbl="revTx" presStyleIdx="0" presStyleCnt="6">
        <dgm:presLayoutVars>
          <dgm:chMax val="1"/>
          <dgm:chPref val="1"/>
        </dgm:presLayoutVars>
      </dgm:prSet>
      <dgm:spPr/>
    </dgm:pt>
    <dgm:pt modelId="{5D558768-8ADE-4FF2-8490-A2E7739476AA}" type="pres">
      <dgm:prSet presAssocID="{556DEBEB-D95B-409A-B874-8794212E3701}" presName="sibTrans" presStyleCnt="0"/>
      <dgm:spPr/>
    </dgm:pt>
    <dgm:pt modelId="{CAD92ABF-0E58-4F82-8447-B78E920FEC5F}" type="pres">
      <dgm:prSet presAssocID="{B19CA35E-D69D-4FD5-ACCD-E67BB275478C}" presName="compNode" presStyleCnt="0"/>
      <dgm:spPr/>
    </dgm:pt>
    <dgm:pt modelId="{4F6DD7CF-E494-4623-8271-B5E8FF2B3B4A}" type="pres">
      <dgm:prSet presAssocID="{B19CA35E-D69D-4FD5-ACCD-E67BB275478C}" presName="iconBgRect" presStyleLbl="bgShp" presStyleIdx="1" presStyleCnt="6"/>
      <dgm:spPr/>
    </dgm:pt>
    <dgm:pt modelId="{97094AD2-D6C6-4271-B434-7C91070E8C8A}" type="pres">
      <dgm:prSet presAssocID="{B19CA35E-D69D-4FD5-ACCD-E67BB275478C}" presName="iconRect" presStyleLbl="node1" presStyleIdx="1"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Recycle"/>
        </a:ext>
      </dgm:extLst>
    </dgm:pt>
    <dgm:pt modelId="{15D9717C-C9A5-43D6-BA3E-44C5E1C65D54}" type="pres">
      <dgm:prSet presAssocID="{B19CA35E-D69D-4FD5-ACCD-E67BB275478C}" presName="spaceRect" presStyleCnt="0"/>
      <dgm:spPr/>
    </dgm:pt>
    <dgm:pt modelId="{28EC22C1-DA6C-4C38-B799-11A697F9BC9E}" type="pres">
      <dgm:prSet presAssocID="{B19CA35E-D69D-4FD5-ACCD-E67BB275478C}" presName="textRect" presStyleLbl="revTx" presStyleIdx="1" presStyleCnt="6">
        <dgm:presLayoutVars>
          <dgm:chMax val="1"/>
          <dgm:chPref val="1"/>
        </dgm:presLayoutVars>
      </dgm:prSet>
      <dgm:spPr/>
    </dgm:pt>
    <dgm:pt modelId="{CA29BCD7-035B-4640-8D5E-D7CBE03BFFA3}" type="pres">
      <dgm:prSet presAssocID="{46DC805D-D145-4006-A26C-C96491ED92F0}" presName="sibTrans" presStyleCnt="0"/>
      <dgm:spPr/>
    </dgm:pt>
    <dgm:pt modelId="{1C0AF564-4FA4-4935-AFB7-8A69F3BCCFCB}" type="pres">
      <dgm:prSet presAssocID="{63DC6B1A-7BDF-44A6-A1C3-52B7EEB24433}" presName="compNode" presStyleCnt="0"/>
      <dgm:spPr/>
    </dgm:pt>
    <dgm:pt modelId="{6AFCA4F6-B5A7-4964-81FA-BDD064A00B0A}" type="pres">
      <dgm:prSet presAssocID="{63DC6B1A-7BDF-44A6-A1C3-52B7EEB24433}" presName="iconBgRect" presStyleLbl="bgShp" presStyleIdx="2" presStyleCnt="6"/>
      <dgm:spPr/>
    </dgm:pt>
    <dgm:pt modelId="{19339133-D266-4F0B-9672-82E830390085}" type="pres">
      <dgm:prSet presAssocID="{63DC6B1A-7BDF-44A6-A1C3-52B7EEB24433}" presName="iconRect" presStyleLbl="node1" presStyleIdx="2"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Gauge"/>
        </a:ext>
      </dgm:extLst>
    </dgm:pt>
    <dgm:pt modelId="{FDB2FDBD-A483-47FF-9814-10EDECD532A8}" type="pres">
      <dgm:prSet presAssocID="{63DC6B1A-7BDF-44A6-A1C3-52B7EEB24433}" presName="spaceRect" presStyleCnt="0"/>
      <dgm:spPr/>
    </dgm:pt>
    <dgm:pt modelId="{AF834D03-0413-4C65-898E-986528FF777A}" type="pres">
      <dgm:prSet presAssocID="{63DC6B1A-7BDF-44A6-A1C3-52B7EEB24433}" presName="textRect" presStyleLbl="revTx" presStyleIdx="2" presStyleCnt="6">
        <dgm:presLayoutVars>
          <dgm:chMax val="1"/>
          <dgm:chPref val="1"/>
        </dgm:presLayoutVars>
      </dgm:prSet>
      <dgm:spPr/>
    </dgm:pt>
    <dgm:pt modelId="{976E4727-1107-4885-AF2A-4D8FFE9DAF47}" type="pres">
      <dgm:prSet presAssocID="{F1BE6278-E6E0-4E13-9F09-8760C43C9E60}" presName="sibTrans" presStyleCnt="0"/>
      <dgm:spPr/>
    </dgm:pt>
    <dgm:pt modelId="{626BFF69-D008-4380-A4DF-A643E39B216A}" type="pres">
      <dgm:prSet presAssocID="{A61F89FC-91E9-44C8-9377-BAC36C2A66E3}" presName="compNode" presStyleCnt="0"/>
      <dgm:spPr/>
    </dgm:pt>
    <dgm:pt modelId="{977F36F5-4E7C-414D-A549-0ED374369466}" type="pres">
      <dgm:prSet presAssocID="{A61F89FC-91E9-44C8-9377-BAC36C2A66E3}" presName="iconBgRect" presStyleLbl="bgShp" presStyleIdx="3" presStyleCnt="6"/>
      <dgm:spPr/>
    </dgm:pt>
    <dgm:pt modelId="{609E6460-7712-4A4C-BDD8-024C772BA9D0}" type="pres">
      <dgm:prSet presAssocID="{A61F89FC-91E9-44C8-9377-BAC36C2A66E3}" presName="iconRect" presStyleLbl="node1" presStyleIdx="3"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pward trend"/>
        </a:ext>
      </dgm:extLst>
    </dgm:pt>
    <dgm:pt modelId="{371A2203-E877-4E20-B5C7-105E6F31CFC0}" type="pres">
      <dgm:prSet presAssocID="{A61F89FC-91E9-44C8-9377-BAC36C2A66E3}" presName="spaceRect" presStyleCnt="0"/>
      <dgm:spPr/>
    </dgm:pt>
    <dgm:pt modelId="{C1032EBC-5B79-43E9-89E6-2906B6025C74}" type="pres">
      <dgm:prSet presAssocID="{A61F89FC-91E9-44C8-9377-BAC36C2A66E3}" presName="textRect" presStyleLbl="revTx" presStyleIdx="3" presStyleCnt="6">
        <dgm:presLayoutVars>
          <dgm:chMax val="1"/>
          <dgm:chPref val="1"/>
        </dgm:presLayoutVars>
      </dgm:prSet>
      <dgm:spPr/>
    </dgm:pt>
    <dgm:pt modelId="{1DF09334-FD7E-4D0D-9343-EE619DDAD1DD}" type="pres">
      <dgm:prSet presAssocID="{182F83DC-A011-4812-B337-70BE3964238E}" presName="sibTrans" presStyleCnt="0"/>
      <dgm:spPr/>
    </dgm:pt>
    <dgm:pt modelId="{067E51BA-AA53-460F-B3E4-6318EA657075}" type="pres">
      <dgm:prSet presAssocID="{CAE55F1D-58D8-4315-B933-91106AB5F215}" presName="compNode" presStyleCnt="0"/>
      <dgm:spPr/>
    </dgm:pt>
    <dgm:pt modelId="{60FC7CA0-5A3A-45DD-98ED-AABB1C9564EC}" type="pres">
      <dgm:prSet presAssocID="{CAE55F1D-58D8-4315-B933-91106AB5F215}" presName="iconBgRect" presStyleLbl="bgShp" presStyleIdx="4" presStyleCnt="6"/>
      <dgm:spPr/>
    </dgm:pt>
    <dgm:pt modelId="{27F28D7A-2238-4098-8508-1461F1FF2604}" type="pres">
      <dgm:prSet presAssocID="{CAE55F1D-58D8-4315-B933-91106AB5F215}" presName="iconRect" presStyleLbl="node1" presStyleIdx="4"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Handshake"/>
        </a:ext>
      </dgm:extLst>
    </dgm:pt>
    <dgm:pt modelId="{2F58F565-5E0B-4F5B-897E-647A8578CDB6}" type="pres">
      <dgm:prSet presAssocID="{CAE55F1D-58D8-4315-B933-91106AB5F215}" presName="spaceRect" presStyleCnt="0"/>
      <dgm:spPr/>
    </dgm:pt>
    <dgm:pt modelId="{3EB48425-4D27-4279-8BE0-BD59A12AC2B9}" type="pres">
      <dgm:prSet presAssocID="{CAE55F1D-58D8-4315-B933-91106AB5F215}" presName="textRect" presStyleLbl="revTx" presStyleIdx="4" presStyleCnt="6">
        <dgm:presLayoutVars>
          <dgm:chMax val="1"/>
          <dgm:chPref val="1"/>
        </dgm:presLayoutVars>
      </dgm:prSet>
      <dgm:spPr/>
    </dgm:pt>
    <dgm:pt modelId="{492B1004-6495-47CA-96E7-9E02DE7B7533}" type="pres">
      <dgm:prSet presAssocID="{C5C13282-A658-4558-A093-00895C2A5B84}" presName="sibTrans" presStyleCnt="0"/>
      <dgm:spPr/>
    </dgm:pt>
    <dgm:pt modelId="{6B792537-62BC-45F2-8CA7-9C17773E8413}" type="pres">
      <dgm:prSet presAssocID="{41CA9987-9534-40CB-BE7B-E9D07375922D}" presName="compNode" presStyleCnt="0"/>
      <dgm:spPr/>
    </dgm:pt>
    <dgm:pt modelId="{8A7979A1-8572-437F-94EB-A087D545745D}" type="pres">
      <dgm:prSet presAssocID="{41CA9987-9534-40CB-BE7B-E9D07375922D}" presName="iconBgRect" presStyleLbl="bgShp" presStyleIdx="5" presStyleCnt="6"/>
      <dgm:spPr/>
    </dgm:pt>
    <dgm:pt modelId="{B0103822-CEAD-405B-B8AF-9C049367DC16}" type="pres">
      <dgm:prSet presAssocID="{41CA9987-9534-40CB-BE7B-E9D07375922D}" presName="iconRect" presStyleLbl="node1" presStyleIdx="5" presStyleCnt="6"/>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ar chart"/>
        </a:ext>
      </dgm:extLst>
    </dgm:pt>
    <dgm:pt modelId="{E5FEFE80-5D9D-4931-83FA-6E0B8C0BB850}" type="pres">
      <dgm:prSet presAssocID="{41CA9987-9534-40CB-BE7B-E9D07375922D}" presName="spaceRect" presStyleCnt="0"/>
      <dgm:spPr/>
    </dgm:pt>
    <dgm:pt modelId="{A8566742-BC62-4744-8373-2A8C96B79CBE}" type="pres">
      <dgm:prSet presAssocID="{41CA9987-9534-40CB-BE7B-E9D07375922D}" presName="textRect" presStyleLbl="revTx" presStyleIdx="5" presStyleCnt="6">
        <dgm:presLayoutVars>
          <dgm:chMax val="1"/>
          <dgm:chPref val="1"/>
        </dgm:presLayoutVars>
      </dgm:prSet>
      <dgm:spPr/>
    </dgm:pt>
  </dgm:ptLst>
  <dgm:cxnLst>
    <dgm:cxn modelId="{1EA8850D-4F76-42EE-B464-D611679FA8B5}" type="presOf" srcId="{41CA9987-9534-40CB-BE7B-E9D07375922D}" destId="{A8566742-BC62-4744-8373-2A8C96B79CBE}" srcOrd="0" destOrd="0" presId="urn:microsoft.com/office/officeart/2018/5/layout/IconCircleLabelList"/>
    <dgm:cxn modelId="{8141A60D-8EB8-4A63-8191-42EAB9CBF7AA}" type="presOf" srcId="{C648EFFE-75B5-4E64-8C9C-053C14EC939B}" destId="{FB652B39-39A1-437C-B91F-44C849C21C14}" srcOrd="0" destOrd="0" presId="urn:microsoft.com/office/officeart/2018/5/layout/IconCircleLabelList"/>
    <dgm:cxn modelId="{45576611-F8FD-4682-8731-B8F7552EECF0}" srcId="{93BFA9BD-6D1C-4E30-83C3-435CF87B2AD2}" destId="{41CA9987-9534-40CB-BE7B-E9D07375922D}" srcOrd="5" destOrd="0" parTransId="{E38E76A8-52BD-4728-AA30-D2C8A15A723F}" sibTransId="{217871B1-406E-4DBD-8020-F1BAE8A1B533}"/>
    <dgm:cxn modelId="{92E16024-E7E3-41B1-B5F3-4F8F5332ADEB}" srcId="{93BFA9BD-6D1C-4E30-83C3-435CF87B2AD2}" destId="{B19CA35E-D69D-4FD5-ACCD-E67BB275478C}" srcOrd="1" destOrd="0" parTransId="{9B6E1931-6243-4CBA-8266-331113837ABA}" sibTransId="{46DC805D-D145-4006-A26C-C96491ED92F0}"/>
    <dgm:cxn modelId="{35E01227-9C86-4691-9A84-089213B8FFC3}" type="presOf" srcId="{A61F89FC-91E9-44C8-9377-BAC36C2A66E3}" destId="{C1032EBC-5B79-43E9-89E6-2906B6025C74}" srcOrd="0" destOrd="0" presId="urn:microsoft.com/office/officeart/2018/5/layout/IconCircleLabelList"/>
    <dgm:cxn modelId="{5C05292C-DED7-4173-864E-8794D614F637}" srcId="{93BFA9BD-6D1C-4E30-83C3-435CF87B2AD2}" destId="{63DC6B1A-7BDF-44A6-A1C3-52B7EEB24433}" srcOrd="2" destOrd="0" parTransId="{6A00C588-7F72-44FE-AF49-5E85502A5819}" sibTransId="{F1BE6278-E6E0-4E13-9F09-8760C43C9E60}"/>
    <dgm:cxn modelId="{C85F6A4D-1459-4CBC-8FB4-F2D15D21FA4E}" srcId="{93BFA9BD-6D1C-4E30-83C3-435CF87B2AD2}" destId="{CAE55F1D-58D8-4315-B933-91106AB5F215}" srcOrd="4" destOrd="0" parTransId="{CF5F8185-F96B-4907-B4F8-746C68205F75}" sibTransId="{C5C13282-A658-4558-A093-00895C2A5B84}"/>
    <dgm:cxn modelId="{2D38EC78-E8E7-4AB2-9879-12004B812AAA}" type="presOf" srcId="{CAE55F1D-58D8-4315-B933-91106AB5F215}" destId="{3EB48425-4D27-4279-8BE0-BD59A12AC2B9}" srcOrd="0" destOrd="0" presId="urn:microsoft.com/office/officeart/2018/5/layout/IconCircleLabelList"/>
    <dgm:cxn modelId="{6D36ED7E-08F1-4D20-9C28-9225884AA5B7}" srcId="{93BFA9BD-6D1C-4E30-83C3-435CF87B2AD2}" destId="{C648EFFE-75B5-4E64-8C9C-053C14EC939B}" srcOrd="0" destOrd="0" parTransId="{94E7E5DD-08B1-4703-82FD-8D703FB9386E}" sibTransId="{556DEBEB-D95B-409A-B874-8794212E3701}"/>
    <dgm:cxn modelId="{59382AC0-C6CC-4236-B09A-DAACC219DEC5}" type="presOf" srcId="{93BFA9BD-6D1C-4E30-83C3-435CF87B2AD2}" destId="{D9527D51-0F64-4284-B4F2-2E6E6DEEF861}" srcOrd="0" destOrd="0" presId="urn:microsoft.com/office/officeart/2018/5/layout/IconCircleLabelList"/>
    <dgm:cxn modelId="{7FEA8ECD-6BA5-402D-A6E9-C267F326333C}" type="presOf" srcId="{B19CA35E-D69D-4FD5-ACCD-E67BB275478C}" destId="{28EC22C1-DA6C-4C38-B799-11A697F9BC9E}" srcOrd="0" destOrd="0" presId="urn:microsoft.com/office/officeart/2018/5/layout/IconCircleLabelList"/>
    <dgm:cxn modelId="{493FC4F0-0E45-4723-B239-53C676366965}" type="presOf" srcId="{63DC6B1A-7BDF-44A6-A1C3-52B7EEB24433}" destId="{AF834D03-0413-4C65-898E-986528FF777A}" srcOrd="0" destOrd="0" presId="urn:microsoft.com/office/officeart/2018/5/layout/IconCircleLabelList"/>
    <dgm:cxn modelId="{B90418F7-A2EE-4C18-B66D-5D0E05112295}" srcId="{93BFA9BD-6D1C-4E30-83C3-435CF87B2AD2}" destId="{A61F89FC-91E9-44C8-9377-BAC36C2A66E3}" srcOrd="3" destOrd="0" parTransId="{14C4103B-711D-4DCC-9CEA-5DCAA259D44C}" sibTransId="{182F83DC-A011-4812-B337-70BE3964238E}"/>
    <dgm:cxn modelId="{7E74EEB8-8B88-4D6C-9361-86EAFDBA8788}" type="presParOf" srcId="{D9527D51-0F64-4284-B4F2-2E6E6DEEF861}" destId="{FA153CF5-0CF9-49E1-820E-8979C00618BA}" srcOrd="0" destOrd="0" presId="urn:microsoft.com/office/officeart/2018/5/layout/IconCircleLabelList"/>
    <dgm:cxn modelId="{C3D13687-8E89-430D-93EC-BB91D23CE08C}" type="presParOf" srcId="{FA153CF5-0CF9-49E1-820E-8979C00618BA}" destId="{90D22050-6648-4F54-ADF5-E21AC22DE059}" srcOrd="0" destOrd="0" presId="urn:microsoft.com/office/officeart/2018/5/layout/IconCircleLabelList"/>
    <dgm:cxn modelId="{B70B05A8-B206-4FD8-9419-F3DC90422A61}" type="presParOf" srcId="{FA153CF5-0CF9-49E1-820E-8979C00618BA}" destId="{2AEA4973-14F6-4F97-B1BC-E8BE1FF918E6}" srcOrd="1" destOrd="0" presId="urn:microsoft.com/office/officeart/2018/5/layout/IconCircleLabelList"/>
    <dgm:cxn modelId="{5CCBAA45-05A7-4EED-A72A-DA38D47518B2}" type="presParOf" srcId="{FA153CF5-0CF9-49E1-820E-8979C00618BA}" destId="{95929902-08E2-48B4-9ACC-C2DB8043597F}" srcOrd="2" destOrd="0" presId="urn:microsoft.com/office/officeart/2018/5/layout/IconCircleLabelList"/>
    <dgm:cxn modelId="{630038F5-07F2-4FA7-95F6-3D39A9446A7D}" type="presParOf" srcId="{FA153CF5-0CF9-49E1-820E-8979C00618BA}" destId="{FB652B39-39A1-437C-B91F-44C849C21C14}" srcOrd="3" destOrd="0" presId="urn:microsoft.com/office/officeart/2018/5/layout/IconCircleLabelList"/>
    <dgm:cxn modelId="{1FFC328E-E77D-4586-8400-808DE8DEFD83}" type="presParOf" srcId="{D9527D51-0F64-4284-B4F2-2E6E6DEEF861}" destId="{5D558768-8ADE-4FF2-8490-A2E7739476AA}" srcOrd="1" destOrd="0" presId="urn:microsoft.com/office/officeart/2018/5/layout/IconCircleLabelList"/>
    <dgm:cxn modelId="{CF69C14F-1D29-4123-A76F-AAE88C7EC00A}" type="presParOf" srcId="{D9527D51-0F64-4284-B4F2-2E6E6DEEF861}" destId="{CAD92ABF-0E58-4F82-8447-B78E920FEC5F}" srcOrd="2" destOrd="0" presId="urn:microsoft.com/office/officeart/2018/5/layout/IconCircleLabelList"/>
    <dgm:cxn modelId="{03D229DE-8633-49A7-BD8F-499439E2455F}" type="presParOf" srcId="{CAD92ABF-0E58-4F82-8447-B78E920FEC5F}" destId="{4F6DD7CF-E494-4623-8271-B5E8FF2B3B4A}" srcOrd="0" destOrd="0" presId="urn:microsoft.com/office/officeart/2018/5/layout/IconCircleLabelList"/>
    <dgm:cxn modelId="{6AEA9142-C955-4B27-948C-1FC52FCC6B98}" type="presParOf" srcId="{CAD92ABF-0E58-4F82-8447-B78E920FEC5F}" destId="{97094AD2-D6C6-4271-B434-7C91070E8C8A}" srcOrd="1" destOrd="0" presId="urn:microsoft.com/office/officeart/2018/5/layout/IconCircleLabelList"/>
    <dgm:cxn modelId="{FA595E40-1824-4609-ACB7-337ABA5E2197}" type="presParOf" srcId="{CAD92ABF-0E58-4F82-8447-B78E920FEC5F}" destId="{15D9717C-C9A5-43D6-BA3E-44C5E1C65D54}" srcOrd="2" destOrd="0" presId="urn:microsoft.com/office/officeart/2018/5/layout/IconCircleLabelList"/>
    <dgm:cxn modelId="{1AF522EB-0936-4173-9D96-4953EBE06170}" type="presParOf" srcId="{CAD92ABF-0E58-4F82-8447-B78E920FEC5F}" destId="{28EC22C1-DA6C-4C38-B799-11A697F9BC9E}" srcOrd="3" destOrd="0" presId="urn:microsoft.com/office/officeart/2018/5/layout/IconCircleLabelList"/>
    <dgm:cxn modelId="{7D9E3157-E355-4BE9-A9BA-6A05445F82AD}" type="presParOf" srcId="{D9527D51-0F64-4284-B4F2-2E6E6DEEF861}" destId="{CA29BCD7-035B-4640-8D5E-D7CBE03BFFA3}" srcOrd="3" destOrd="0" presId="urn:microsoft.com/office/officeart/2018/5/layout/IconCircleLabelList"/>
    <dgm:cxn modelId="{31FF77FF-25CC-457F-B8CB-E289B15032DA}" type="presParOf" srcId="{D9527D51-0F64-4284-B4F2-2E6E6DEEF861}" destId="{1C0AF564-4FA4-4935-AFB7-8A69F3BCCFCB}" srcOrd="4" destOrd="0" presId="urn:microsoft.com/office/officeart/2018/5/layout/IconCircleLabelList"/>
    <dgm:cxn modelId="{678F68F2-5A70-4EEB-BB95-21C70EFFDE99}" type="presParOf" srcId="{1C0AF564-4FA4-4935-AFB7-8A69F3BCCFCB}" destId="{6AFCA4F6-B5A7-4964-81FA-BDD064A00B0A}" srcOrd="0" destOrd="0" presId="urn:microsoft.com/office/officeart/2018/5/layout/IconCircleLabelList"/>
    <dgm:cxn modelId="{29312417-179F-4DD8-B876-66022C79E47D}" type="presParOf" srcId="{1C0AF564-4FA4-4935-AFB7-8A69F3BCCFCB}" destId="{19339133-D266-4F0B-9672-82E830390085}" srcOrd="1" destOrd="0" presId="urn:microsoft.com/office/officeart/2018/5/layout/IconCircleLabelList"/>
    <dgm:cxn modelId="{644CC9A3-5DFA-40B0-88FB-FADBC18A67EB}" type="presParOf" srcId="{1C0AF564-4FA4-4935-AFB7-8A69F3BCCFCB}" destId="{FDB2FDBD-A483-47FF-9814-10EDECD532A8}" srcOrd="2" destOrd="0" presId="urn:microsoft.com/office/officeart/2018/5/layout/IconCircleLabelList"/>
    <dgm:cxn modelId="{C6AF390A-FA6B-45D7-8F0C-94BE7B44D351}" type="presParOf" srcId="{1C0AF564-4FA4-4935-AFB7-8A69F3BCCFCB}" destId="{AF834D03-0413-4C65-898E-986528FF777A}" srcOrd="3" destOrd="0" presId="urn:microsoft.com/office/officeart/2018/5/layout/IconCircleLabelList"/>
    <dgm:cxn modelId="{BEA13110-81BC-4CED-8591-D9C83E196A98}" type="presParOf" srcId="{D9527D51-0F64-4284-B4F2-2E6E6DEEF861}" destId="{976E4727-1107-4885-AF2A-4D8FFE9DAF47}" srcOrd="5" destOrd="0" presId="urn:microsoft.com/office/officeart/2018/5/layout/IconCircleLabelList"/>
    <dgm:cxn modelId="{6C2C165E-6F35-477D-A21E-EAF098FC5821}" type="presParOf" srcId="{D9527D51-0F64-4284-B4F2-2E6E6DEEF861}" destId="{626BFF69-D008-4380-A4DF-A643E39B216A}" srcOrd="6" destOrd="0" presId="urn:microsoft.com/office/officeart/2018/5/layout/IconCircleLabelList"/>
    <dgm:cxn modelId="{2D8E98DF-C08A-4132-9A3C-69A6E0EC3CCA}" type="presParOf" srcId="{626BFF69-D008-4380-A4DF-A643E39B216A}" destId="{977F36F5-4E7C-414D-A549-0ED374369466}" srcOrd="0" destOrd="0" presId="urn:microsoft.com/office/officeart/2018/5/layout/IconCircleLabelList"/>
    <dgm:cxn modelId="{A46A65EC-25EA-4ACC-838E-3760374B1421}" type="presParOf" srcId="{626BFF69-D008-4380-A4DF-A643E39B216A}" destId="{609E6460-7712-4A4C-BDD8-024C772BA9D0}" srcOrd="1" destOrd="0" presId="urn:microsoft.com/office/officeart/2018/5/layout/IconCircleLabelList"/>
    <dgm:cxn modelId="{70B6DEE4-39C0-4C7E-8B53-CC4C6CB16DF4}" type="presParOf" srcId="{626BFF69-D008-4380-A4DF-A643E39B216A}" destId="{371A2203-E877-4E20-B5C7-105E6F31CFC0}" srcOrd="2" destOrd="0" presId="urn:microsoft.com/office/officeart/2018/5/layout/IconCircleLabelList"/>
    <dgm:cxn modelId="{F513AE15-3A2A-4384-8C05-7D720A200E89}" type="presParOf" srcId="{626BFF69-D008-4380-A4DF-A643E39B216A}" destId="{C1032EBC-5B79-43E9-89E6-2906B6025C74}" srcOrd="3" destOrd="0" presId="urn:microsoft.com/office/officeart/2018/5/layout/IconCircleLabelList"/>
    <dgm:cxn modelId="{A4D72BF2-5A65-4B8C-877D-A5B65F2099DF}" type="presParOf" srcId="{D9527D51-0F64-4284-B4F2-2E6E6DEEF861}" destId="{1DF09334-FD7E-4D0D-9343-EE619DDAD1DD}" srcOrd="7" destOrd="0" presId="urn:microsoft.com/office/officeart/2018/5/layout/IconCircleLabelList"/>
    <dgm:cxn modelId="{A2CAB34C-DB5B-44DB-A029-A66BD5FBF709}" type="presParOf" srcId="{D9527D51-0F64-4284-B4F2-2E6E6DEEF861}" destId="{067E51BA-AA53-460F-B3E4-6318EA657075}" srcOrd="8" destOrd="0" presId="urn:microsoft.com/office/officeart/2018/5/layout/IconCircleLabelList"/>
    <dgm:cxn modelId="{AF58D1C8-AA01-4CAE-9724-C1B64CE3EF59}" type="presParOf" srcId="{067E51BA-AA53-460F-B3E4-6318EA657075}" destId="{60FC7CA0-5A3A-45DD-98ED-AABB1C9564EC}" srcOrd="0" destOrd="0" presId="urn:microsoft.com/office/officeart/2018/5/layout/IconCircleLabelList"/>
    <dgm:cxn modelId="{6B5D168D-0CF4-4C01-AE99-22C4DE1F889F}" type="presParOf" srcId="{067E51BA-AA53-460F-B3E4-6318EA657075}" destId="{27F28D7A-2238-4098-8508-1461F1FF2604}" srcOrd="1" destOrd="0" presId="urn:microsoft.com/office/officeart/2018/5/layout/IconCircleLabelList"/>
    <dgm:cxn modelId="{C578288C-610B-4790-A0AC-7D6140923539}" type="presParOf" srcId="{067E51BA-AA53-460F-B3E4-6318EA657075}" destId="{2F58F565-5E0B-4F5B-897E-647A8578CDB6}" srcOrd="2" destOrd="0" presId="urn:microsoft.com/office/officeart/2018/5/layout/IconCircleLabelList"/>
    <dgm:cxn modelId="{A6E4B50C-6A36-4BBE-9581-E992C04153A4}" type="presParOf" srcId="{067E51BA-AA53-460F-B3E4-6318EA657075}" destId="{3EB48425-4D27-4279-8BE0-BD59A12AC2B9}" srcOrd="3" destOrd="0" presId="urn:microsoft.com/office/officeart/2018/5/layout/IconCircleLabelList"/>
    <dgm:cxn modelId="{E13833E6-4070-4289-AA8F-E21F5A736296}" type="presParOf" srcId="{D9527D51-0F64-4284-B4F2-2E6E6DEEF861}" destId="{492B1004-6495-47CA-96E7-9E02DE7B7533}" srcOrd="9" destOrd="0" presId="urn:microsoft.com/office/officeart/2018/5/layout/IconCircleLabelList"/>
    <dgm:cxn modelId="{A0E0C70C-0F40-42ED-B6FE-75768791F840}" type="presParOf" srcId="{D9527D51-0F64-4284-B4F2-2E6E6DEEF861}" destId="{6B792537-62BC-45F2-8CA7-9C17773E8413}" srcOrd="10" destOrd="0" presId="urn:microsoft.com/office/officeart/2018/5/layout/IconCircleLabelList"/>
    <dgm:cxn modelId="{55254314-F897-4627-8CF6-24BB0D6F9ACE}" type="presParOf" srcId="{6B792537-62BC-45F2-8CA7-9C17773E8413}" destId="{8A7979A1-8572-437F-94EB-A087D545745D}" srcOrd="0" destOrd="0" presId="urn:microsoft.com/office/officeart/2018/5/layout/IconCircleLabelList"/>
    <dgm:cxn modelId="{FF0451CD-72F2-4FDF-AB89-6744E3A6DEF1}" type="presParOf" srcId="{6B792537-62BC-45F2-8CA7-9C17773E8413}" destId="{B0103822-CEAD-405B-B8AF-9C049367DC16}" srcOrd="1" destOrd="0" presId="urn:microsoft.com/office/officeart/2018/5/layout/IconCircleLabelList"/>
    <dgm:cxn modelId="{A5814391-4BC5-412F-ABB5-F666CF6B17B1}" type="presParOf" srcId="{6B792537-62BC-45F2-8CA7-9C17773E8413}" destId="{E5FEFE80-5D9D-4931-83FA-6E0B8C0BB850}" srcOrd="2" destOrd="0" presId="urn:microsoft.com/office/officeart/2018/5/layout/IconCircleLabelList"/>
    <dgm:cxn modelId="{77452259-AFB9-4C8B-8FD6-0E6075BFE5B2}" type="presParOf" srcId="{6B792537-62BC-45F2-8CA7-9C17773E8413}" destId="{A8566742-BC62-4744-8373-2A8C96B79CBE}"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0D22050-6648-4F54-ADF5-E21AC22DE059}">
      <dsp:nvSpPr>
        <dsp:cNvPr id="0" name=""/>
        <dsp:cNvSpPr/>
      </dsp:nvSpPr>
      <dsp:spPr>
        <a:xfrm>
          <a:off x="723888" y="487"/>
          <a:ext cx="1044386" cy="1044386"/>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AEA4973-14F6-4F97-B1BC-E8BE1FF918E6}">
      <dsp:nvSpPr>
        <dsp:cNvPr id="0" name=""/>
        <dsp:cNvSpPr/>
      </dsp:nvSpPr>
      <dsp:spPr>
        <a:xfrm>
          <a:off x="946462" y="223061"/>
          <a:ext cx="599238" cy="59923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B652B39-39A1-437C-B91F-44C849C21C14}">
      <dsp:nvSpPr>
        <dsp:cNvPr id="0" name=""/>
        <dsp:cNvSpPr/>
      </dsp:nvSpPr>
      <dsp:spPr>
        <a:xfrm>
          <a:off x="390026" y="1370175"/>
          <a:ext cx="1712109" cy="684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GB" sz="1200" kern="1200"/>
            <a:t>Improve customer experience/satisfaction</a:t>
          </a:r>
          <a:endParaRPr lang="en-US" sz="1200" kern="1200"/>
        </a:p>
      </dsp:txBody>
      <dsp:txXfrm>
        <a:off x="390026" y="1370175"/>
        <a:ext cx="1712109" cy="684843"/>
      </dsp:txXfrm>
    </dsp:sp>
    <dsp:sp modelId="{4F6DD7CF-E494-4623-8271-B5E8FF2B3B4A}">
      <dsp:nvSpPr>
        <dsp:cNvPr id="0" name=""/>
        <dsp:cNvSpPr/>
      </dsp:nvSpPr>
      <dsp:spPr>
        <a:xfrm>
          <a:off x="2735616" y="487"/>
          <a:ext cx="1044386" cy="1044386"/>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7094AD2-D6C6-4271-B434-7C91070E8C8A}">
      <dsp:nvSpPr>
        <dsp:cNvPr id="0" name=""/>
        <dsp:cNvSpPr/>
      </dsp:nvSpPr>
      <dsp:spPr>
        <a:xfrm>
          <a:off x="2958190" y="223061"/>
          <a:ext cx="599238" cy="59923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28EC22C1-DA6C-4C38-B799-11A697F9BC9E}">
      <dsp:nvSpPr>
        <dsp:cNvPr id="0" name=""/>
        <dsp:cNvSpPr/>
      </dsp:nvSpPr>
      <dsp:spPr>
        <a:xfrm>
          <a:off x="2401755" y="1370175"/>
          <a:ext cx="1712109" cy="684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GB" sz="1200" kern="1200"/>
            <a:t>Reduce wastage </a:t>
          </a:r>
          <a:endParaRPr lang="en-US" sz="1200" kern="1200"/>
        </a:p>
      </dsp:txBody>
      <dsp:txXfrm>
        <a:off x="2401755" y="1370175"/>
        <a:ext cx="1712109" cy="684843"/>
      </dsp:txXfrm>
    </dsp:sp>
    <dsp:sp modelId="{6AFCA4F6-B5A7-4964-81FA-BDD064A00B0A}">
      <dsp:nvSpPr>
        <dsp:cNvPr id="0" name=""/>
        <dsp:cNvSpPr/>
      </dsp:nvSpPr>
      <dsp:spPr>
        <a:xfrm>
          <a:off x="4747345" y="487"/>
          <a:ext cx="1044386" cy="1044386"/>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9339133-D266-4F0B-9672-82E830390085}">
      <dsp:nvSpPr>
        <dsp:cNvPr id="0" name=""/>
        <dsp:cNvSpPr/>
      </dsp:nvSpPr>
      <dsp:spPr>
        <a:xfrm>
          <a:off x="4969919" y="223061"/>
          <a:ext cx="599238" cy="59923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F834D03-0413-4C65-898E-986528FF777A}">
      <dsp:nvSpPr>
        <dsp:cNvPr id="0" name=""/>
        <dsp:cNvSpPr/>
      </dsp:nvSpPr>
      <dsp:spPr>
        <a:xfrm>
          <a:off x="4413483" y="1370175"/>
          <a:ext cx="1712109" cy="684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GB" sz="1200" kern="1200"/>
            <a:t>Improve efficiency and productivity</a:t>
          </a:r>
          <a:endParaRPr lang="en-US" sz="1200" kern="1200"/>
        </a:p>
      </dsp:txBody>
      <dsp:txXfrm>
        <a:off x="4413483" y="1370175"/>
        <a:ext cx="1712109" cy="684843"/>
      </dsp:txXfrm>
    </dsp:sp>
    <dsp:sp modelId="{977F36F5-4E7C-414D-A549-0ED374369466}">
      <dsp:nvSpPr>
        <dsp:cNvPr id="0" name=""/>
        <dsp:cNvSpPr/>
      </dsp:nvSpPr>
      <dsp:spPr>
        <a:xfrm>
          <a:off x="723888" y="2483046"/>
          <a:ext cx="1044386" cy="1044386"/>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09E6460-7712-4A4C-BDD8-024C772BA9D0}">
      <dsp:nvSpPr>
        <dsp:cNvPr id="0" name=""/>
        <dsp:cNvSpPr/>
      </dsp:nvSpPr>
      <dsp:spPr>
        <a:xfrm>
          <a:off x="946462" y="2705620"/>
          <a:ext cx="599238" cy="59923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1032EBC-5B79-43E9-89E6-2906B6025C74}">
      <dsp:nvSpPr>
        <dsp:cNvPr id="0" name=""/>
        <dsp:cNvSpPr/>
      </dsp:nvSpPr>
      <dsp:spPr>
        <a:xfrm>
          <a:off x="390026" y="3852733"/>
          <a:ext cx="1712109" cy="684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GB" sz="1200" kern="1200"/>
            <a:t>Improve quality of service</a:t>
          </a:r>
          <a:endParaRPr lang="en-US" sz="1200" kern="1200"/>
        </a:p>
      </dsp:txBody>
      <dsp:txXfrm>
        <a:off x="390026" y="3852733"/>
        <a:ext cx="1712109" cy="684843"/>
      </dsp:txXfrm>
    </dsp:sp>
    <dsp:sp modelId="{60FC7CA0-5A3A-45DD-98ED-AABB1C9564EC}">
      <dsp:nvSpPr>
        <dsp:cNvPr id="0" name=""/>
        <dsp:cNvSpPr/>
      </dsp:nvSpPr>
      <dsp:spPr>
        <a:xfrm>
          <a:off x="2735616" y="2483046"/>
          <a:ext cx="1044386" cy="1044386"/>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7F28D7A-2238-4098-8508-1461F1FF2604}">
      <dsp:nvSpPr>
        <dsp:cNvPr id="0" name=""/>
        <dsp:cNvSpPr/>
      </dsp:nvSpPr>
      <dsp:spPr>
        <a:xfrm>
          <a:off x="2958190" y="2705620"/>
          <a:ext cx="599238" cy="59923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EB48425-4D27-4279-8BE0-BD59A12AC2B9}">
      <dsp:nvSpPr>
        <dsp:cNvPr id="0" name=""/>
        <dsp:cNvSpPr/>
      </dsp:nvSpPr>
      <dsp:spPr>
        <a:xfrm>
          <a:off x="2401755" y="3852733"/>
          <a:ext cx="1712109" cy="684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GB" sz="1200" kern="1200"/>
            <a:t>Reduce conflicts</a:t>
          </a:r>
          <a:endParaRPr lang="en-US" sz="1200" kern="1200"/>
        </a:p>
      </dsp:txBody>
      <dsp:txXfrm>
        <a:off x="2401755" y="3852733"/>
        <a:ext cx="1712109" cy="684843"/>
      </dsp:txXfrm>
    </dsp:sp>
    <dsp:sp modelId="{8A7979A1-8572-437F-94EB-A087D545745D}">
      <dsp:nvSpPr>
        <dsp:cNvPr id="0" name=""/>
        <dsp:cNvSpPr/>
      </dsp:nvSpPr>
      <dsp:spPr>
        <a:xfrm>
          <a:off x="4747345" y="2483046"/>
          <a:ext cx="1044386" cy="1044386"/>
        </a:xfrm>
        <a:prstGeom prst="ellipse">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0103822-CEAD-405B-B8AF-9C049367DC16}">
      <dsp:nvSpPr>
        <dsp:cNvPr id="0" name=""/>
        <dsp:cNvSpPr/>
      </dsp:nvSpPr>
      <dsp:spPr>
        <a:xfrm>
          <a:off x="4969919" y="2705620"/>
          <a:ext cx="599238" cy="599238"/>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8566742-BC62-4744-8373-2A8C96B79CBE}">
      <dsp:nvSpPr>
        <dsp:cNvPr id="0" name=""/>
        <dsp:cNvSpPr/>
      </dsp:nvSpPr>
      <dsp:spPr>
        <a:xfrm>
          <a:off x="4413483" y="3852733"/>
          <a:ext cx="1712109" cy="68484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33400">
            <a:lnSpc>
              <a:spcPct val="90000"/>
            </a:lnSpc>
            <a:spcBef>
              <a:spcPct val="0"/>
            </a:spcBef>
            <a:spcAft>
              <a:spcPct val="35000"/>
            </a:spcAft>
            <a:buNone/>
            <a:defRPr cap="all"/>
          </a:pPr>
          <a:r>
            <a:rPr lang="en-GB" sz="1200" kern="1200"/>
            <a:t>Improve transparency </a:t>
          </a:r>
          <a:endParaRPr lang="en-US" sz="1200" kern="1200"/>
        </a:p>
      </dsp:txBody>
      <dsp:txXfrm>
        <a:off x="4413483" y="3852733"/>
        <a:ext cx="1712109" cy="684843"/>
      </dsp:txXfrm>
    </dsp:sp>
  </dsp:spTree>
</dsp:drawing>
</file>

<file path=ppt/diagrams/layout1.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A43CF07-9307-6C48-9A7D-CFB6D27789B3}"/>
              </a:ext>
            </a:extLst>
          </p:cNvPr>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US"/>
          </a:p>
        </p:txBody>
      </p:sp>
      <p:sp>
        <p:nvSpPr>
          <p:cNvPr id="4" name="Footer Placeholder 3">
            <a:extLst>
              <a:ext uri="{FF2B5EF4-FFF2-40B4-BE49-F238E27FC236}">
                <a16:creationId xmlns:a16="http://schemas.microsoft.com/office/drawing/2014/main" id="{3757DB75-BAF4-B743-9A92-74B92A91E0A3}"/>
              </a:ext>
            </a:extLst>
          </p:cNvPr>
          <p:cNvSpPr>
            <a:spLocks noGrp="1"/>
          </p:cNvSpPr>
          <p:nvPr>
            <p:ph type="ftr" sz="quarter" idx="2"/>
          </p:nvPr>
        </p:nvSpPr>
        <p:spPr>
          <a:xfrm>
            <a:off x="0" y="6513513"/>
            <a:ext cx="3962400" cy="3444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B22C6B3-A39F-7849-8137-15C55F281F8E}"/>
              </a:ext>
            </a:extLst>
          </p:cNvPr>
          <p:cNvSpPr>
            <a:spLocks noGrp="1"/>
          </p:cNvSpPr>
          <p:nvPr>
            <p:ph type="sldNum" sz="quarter" idx="3"/>
          </p:nvPr>
        </p:nvSpPr>
        <p:spPr>
          <a:xfrm>
            <a:off x="5180013" y="6513513"/>
            <a:ext cx="3962400" cy="344487"/>
          </a:xfrm>
          <a:prstGeom prst="rect">
            <a:avLst/>
          </a:prstGeom>
        </p:spPr>
        <p:txBody>
          <a:bodyPr vert="horz" lIns="91440" tIns="45720" rIns="91440" bIns="45720" rtlCol="0" anchor="b"/>
          <a:lstStyle>
            <a:lvl1pPr algn="r">
              <a:defRPr sz="1200"/>
            </a:lvl1pPr>
          </a:lstStyle>
          <a:p>
            <a:fld id="{DA11F245-9DFC-A14D-946D-EB14F66A9135}" type="slidenum">
              <a:rPr lang="en-US" smtClean="0"/>
              <a:t>‹#›</a:t>
            </a:fld>
            <a:endParaRPr lang="en-US"/>
          </a:p>
        </p:txBody>
      </p:sp>
    </p:spTree>
    <p:extLst>
      <p:ext uri="{BB962C8B-B14F-4D97-AF65-F5344CB8AC3E}">
        <p14:creationId xmlns:p14="http://schemas.microsoft.com/office/powerpoint/2010/main" val="12879025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p:cNvSpPr>
            <a:spLocks noGrp="1" noChangeArrowheads="1"/>
          </p:cNvSpPr>
          <p:nvPr>
            <p:ph type="hdr" sz="quarter"/>
          </p:nvPr>
        </p:nvSpPr>
        <p:spPr bwMode="auto">
          <a:xfrm>
            <a:off x="0" y="0"/>
            <a:ext cx="3962400" cy="342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ea typeface="ＭＳ Ｐゴシック" charset="0"/>
                <a:cs typeface="ＭＳ Ｐゴシック" charset="0"/>
              </a:defRPr>
            </a:lvl1pPr>
          </a:lstStyle>
          <a:p>
            <a:pPr>
              <a:defRPr/>
            </a:pPr>
            <a:endParaRPr lang="en-US"/>
          </a:p>
        </p:txBody>
      </p:sp>
      <p:sp>
        <p:nvSpPr>
          <p:cNvPr id="11267" name="Rectangle 3"/>
          <p:cNvSpPr>
            <a:spLocks noGrp="1" noChangeArrowheads="1"/>
          </p:cNvSpPr>
          <p:nvPr>
            <p:ph type="dt" idx="1"/>
          </p:nvPr>
        </p:nvSpPr>
        <p:spPr bwMode="auto">
          <a:xfrm>
            <a:off x="5180013" y="0"/>
            <a:ext cx="3962400" cy="3429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ea typeface="ＭＳ Ｐゴシック" charset="0"/>
                <a:cs typeface="ＭＳ Ｐゴシック" charset="0"/>
              </a:defRPr>
            </a:lvl1pPr>
          </a:lstStyle>
          <a:p>
            <a:pPr>
              <a:defRPr/>
            </a:pPr>
            <a:endParaRPr lang="en-US"/>
          </a:p>
        </p:txBody>
      </p:sp>
      <p:sp>
        <p:nvSpPr>
          <p:cNvPr id="12292" name="Rectangle 4"/>
          <p:cNvSpPr>
            <a:spLocks noGrp="1" noRot="1" noChangeAspect="1" noChangeArrowheads="1" noTextEdit="1"/>
          </p:cNvSpPr>
          <p:nvPr>
            <p:ph type="sldImg" idx="2"/>
          </p:nvPr>
        </p:nvSpPr>
        <p:spPr bwMode="auto">
          <a:xfrm>
            <a:off x="2857500" y="514350"/>
            <a:ext cx="3429000" cy="257175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 uri="{FAA26D3D-D897-4be2-8F04-BA451C77F1D7}">
              <ma14:placeholderFlag xmlns:ma14="http://schemas.microsoft.com/office/mac/drawingml/2011/main" xmlns="" val="1"/>
            </a:ext>
          </a:extLst>
        </p:spPr>
      </p:sp>
      <p:sp>
        <p:nvSpPr>
          <p:cNvPr id="11269" name="Rectangle 5"/>
          <p:cNvSpPr>
            <a:spLocks noGrp="1" noChangeArrowheads="1"/>
          </p:cNvSpPr>
          <p:nvPr>
            <p:ph type="body" sz="quarter" idx="3"/>
          </p:nvPr>
        </p:nvSpPr>
        <p:spPr bwMode="auto">
          <a:xfrm>
            <a:off x="914400" y="3257550"/>
            <a:ext cx="7315200" cy="30861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270" name="Rectangle 6"/>
          <p:cNvSpPr>
            <a:spLocks noGrp="1" noChangeArrowheads="1"/>
          </p:cNvSpPr>
          <p:nvPr>
            <p:ph type="ftr" sz="quarter" idx="4"/>
          </p:nvPr>
        </p:nvSpPr>
        <p:spPr bwMode="auto">
          <a:xfrm>
            <a:off x="0" y="6513513"/>
            <a:ext cx="3962400" cy="342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ea typeface="ＭＳ Ｐゴシック" charset="0"/>
                <a:cs typeface="ＭＳ Ｐゴシック" charset="0"/>
              </a:defRPr>
            </a:lvl1pPr>
          </a:lstStyle>
          <a:p>
            <a:pPr>
              <a:defRPr/>
            </a:pPr>
            <a:endParaRPr lang="en-US"/>
          </a:p>
        </p:txBody>
      </p:sp>
      <p:sp>
        <p:nvSpPr>
          <p:cNvPr id="11271" name="Rectangle 7"/>
          <p:cNvSpPr>
            <a:spLocks noGrp="1" noChangeArrowheads="1"/>
          </p:cNvSpPr>
          <p:nvPr>
            <p:ph type="sldNum" sz="quarter" idx="5"/>
          </p:nvPr>
        </p:nvSpPr>
        <p:spPr bwMode="auto">
          <a:xfrm>
            <a:off x="5180013" y="6513513"/>
            <a:ext cx="3962400" cy="3429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85360570-2B09-DB43-BBE0-DA076DA911F1}" type="slidenum">
              <a:rPr lang="en-US" altLang="en-US"/>
              <a:pPr>
                <a:defRPr/>
              </a:pPr>
              <a:t>‹#›</a:t>
            </a:fld>
            <a:endParaRPr lang="en-US" altLang="en-US"/>
          </a:p>
        </p:txBody>
      </p:sp>
    </p:spTree>
    <p:extLst>
      <p:ext uri="{BB962C8B-B14F-4D97-AF65-F5344CB8AC3E}">
        <p14:creationId xmlns:p14="http://schemas.microsoft.com/office/powerpoint/2010/main" val="20048773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ＭＳ Ｐゴシック" charset="0"/>
        <a:cs typeface="ＭＳ Ｐゴシック" charset="0"/>
      </a:defRPr>
    </a:lvl1pPr>
    <a:lvl2pPr marL="455613" algn="l" rtl="0" eaLnBrk="0" fontAlgn="base" hangingPunct="0">
      <a:spcBef>
        <a:spcPct val="30000"/>
      </a:spcBef>
      <a:spcAft>
        <a:spcPct val="0"/>
      </a:spcAft>
      <a:defRPr sz="1200" kern="1200">
        <a:solidFill>
          <a:schemeClr val="tx1"/>
        </a:solidFill>
        <a:latin typeface="Arial" charset="0"/>
        <a:ea typeface="ＭＳ Ｐゴシック" charset="0"/>
        <a:cs typeface="+mn-cs"/>
      </a:defRPr>
    </a:lvl2pPr>
    <a:lvl3pPr marL="912813" algn="l" rtl="0" eaLnBrk="0" fontAlgn="base" hangingPunct="0">
      <a:spcBef>
        <a:spcPct val="30000"/>
      </a:spcBef>
      <a:spcAft>
        <a:spcPct val="0"/>
      </a:spcAft>
      <a:defRPr sz="1200" kern="1200">
        <a:solidFill>
          <a:schemeClr val="tx1"/>
        </a:solidFill>
        <a:latin typeface="Arial" charset="0"/>
        <a:ea typeface="ＭＳ Ｐゴシック" charset="0"/>
        <a:cs typeface="+mn-cs"/>
      </a:defRPr>
    </a:lvl3pPr>
    <a:lvl4pPr marL="1370013" algn="l" rtl="0" eaLnBrk="0" fontAlgn="base" hangingPunct="0">
      <a:spcBef>
        <a:spcPct val="30000"/>
      </a:spcBef>
      <a:spcAft>
        <a:spcPct val="0"/>
      </a:spcAft>
      <a:defRPr sz="1200" kern="1200">
        <a:solidFill>
          <a:schemeClr val="tx1"/>
        </a:solidFill>
        <a:latin typeface="Arial" charset="0"/>
        <a:ea typeface="ＭＳ Ｐゴシック" charset="0"/>
        <a:cs typeface="+mn-cs"/>
      </a:defRPr>
    </a:lvl4pPr>
    <a:lvl5pPr marL="1827213" algn="l" rtl="0" eaLnBrk="0" fontAlgn="base" hangingPunct="0">
      <a:spcBef>
        <a:spcPct val="30000"/>
      </a:spcBef>
      <a:spcAft>
        <a:spcPct val="0"/>
      </a:spcAft>
      <a:defRPr sz="1200" kern="1200">
        <a:solidFill>
          <a:schemeClr val="tx1"/>
        </a:solidFill>
        <a:latin typeface="Arial" charset="0"/>
        <a:ea typeface="ＭＳ Ｐゴシック" charset="0"/>
        <a:cs typeface="+mn-cs"/>
      </a:defRPr>
    </a:lvl5pPr>
    <a:lvl6pPr marL="2285943" algn="l" defTabSz="914378" rtl="0" eaLnBrk="1" latinLnBrk="0" hangingPunct="1">
      <a:defRPr sz="1200" kern="1200">
        <a:solidFill>
          <a:schemeClr val="tx1"/>
        </a:solidFill>
        <a:latin typeface="+mn-lt"/>
        <a:ea typeface="+mn-ea"/>
        <a:cs typeface="+mn-cs"/>
      </a:defRPr>
    </a:lvl6pPr>
    <a:lvl7pPr marL="2743132" algn="l" defTabSz="914378" rtl="0" eaLnBrk="1" latinLnBrk="0" hangingPunct="1">
      <a:defRPr sz="1200" kern="1200">
        <a:solidFill>
          <a:schemeClr val="tx1"/>
        </a:solidFill>
        <a:latin typeface="+mn-lt"/>
        <a:ea typeface="+mn-ea"/>
        <a:cs typeface="+mn-cs"/>
      </a:defRPr>
    </a:lvl7pPr>
    <a:lvl8pPr marL="3200320" algn="l" defTabSz="914378" rtl="0" eaLnBrk="1" latinLnBrk="0" hangingPunct="1">
      <a:defRPr sz="1200" kern="1200">
        <a:solidFill>
          <a:schemeClr val="tx1"/>
        </a:solidFill>
        <a:latin typeface="+mn-lt"/>
        <a:ea typeface="+mn-ea"/>
        <a:cs typeface="+mn-cs"/>
      </a:defRPr>
    </a:lvl8pPr>
    <a:lvl9pPr marL="3657509" algn="l" defTabSz="914378"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solidFill>
                  <a:srgbClr val="343434"/>
                </a:solidFill>
                <a:effectLst/>
                <a:latin typeface="Helvetica" pitchFamily="2" charset="0"/>
              </a:rPr>
              <a:t>*Tata Consultancy Services and AWS. 70 percent of global CXOs see mainframe and legacy</a:t>
            </a:r>
          </a:p>
          <a:p>
            <a:r>
              <a:rPr lang="en-GB" dirty="0">
                <a:solidFill>
                  <a:srgbClr val="343434"/>
                </a:solidFill>
                <a:effectLst/>
                <a:latin typeface="Helvetica" pitchFamily="2" charset="0"/>
              </a:rPr>
              <a:t>modernisation as top business priority: TCS survey, February 2021.</a:t>
            </a:r>
          </a:p>
          <a:p>
            <a:endParaRPr lang="en-GB" dirty="0"/>
          </a:p>
        </p:txBody>
      </p:sp>
      <p:sp>
        <p:nvSpPr>
          <p:cNvPr id="4" name="Slide Number Placeholder 3"/>
          <p:cNvSpPr>
            <a:spLocks noGrp="1"/>
          </p:cNvSpPr>
          <p:nvPr>
            <p:ph type="sldNum" sz="quarter" idx="5"/>
          </p:nvPr>
        </p:nvSpPr>
        <p:spPr/>
        <p:txBody>
          <a:bodyPr/>
          <a:lstStyle/>
          <a:p>
            <a:pPr>
              <a:defRPr/>
            </a:pPr>
            <a:fld id="{85360570-2B09-DB43-BBE0-DA076DA911F1}" type="slidenum">
              <a:rPr lang="en-US" altLang="en-US" smtClean="0"/>
              <a:pPr>
                <a:defRPr/>
              </a:pPr>
              <a:t>3</a:t>
            </a:fld>
            <a:endParaRPr lang="en-US" altLang="en-US"/>
          </a:p>
        </p:txBody>
      </p:sp>
    </p:spTree>
    <p:extLst>
      <p:ext uri="{BB962C8B-B14F-4D97-AF65-F5344CB8AC3E}">
        <p14:creationId xmlns:p14="http://schemas.microsoft.com/office/powerpoint/2010/main" val="10603678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pPr>
              <a:defRPr/>
            </a:pPr>
            <a:fld id="{85360570-2B09-DB43-BBE0-DA076DA911F1}" type="slidenum">
              <a:rPr lang="en-US" altLang="en-US" smtClean="0"/>
              <a:pPr>
                <a:defRPr/>
              </a:pPr>
              <a:t>4</a:t>
            </a:fld>
            <a:endParaRPr lang="en-US" altLang="en-US"/>
          </a:p>
        </p:txBody>
      </p:sp>
    </p:spTree>
    <p:extLst>
      <p:ext uri="{BB962C8B-B14F-4D97-AF65-F5344CB8AC3E}">
        <p14:creationId xmlns:p14="http://schemas.microsoft.com/office/powerpoint/2010/main" val="82178708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rgbClr val="1A9DAC"/>
        </a:solidFill>
        <a:effectLst/>
      </p:bgPr>
    </p:bg>
    <p:spTree>
      <p:nvGrpSpPr>
        <p:cNvPr id="1" name=""/>
        <p:cNvGrpSpPr/>
        <p:nvPr/>
      </p:nvGrpSpPr>
      <p:grpSpPr>
        <a:xfrm>
          <a:off x="0" y="0"/>
          <a:ext cx="0" cy="0"/>
          <a:chOff x="0" y="0"/>
          <a:chExt cx="0" cy="0"/>
        </a:xfrm>
      </p:grpSpPr>
      <p:pic>
        <p:nvPicPr>
          <p:cNvPr id="6" name="Picture 8">
            <a:extLst>
              <a:ext uri="{C183D7F6-B498-43B3-948B-1728B52AA6E4}">
                <adec:decorative xmlns:adec="http://schemas.microsoft.com/office/drawing/2017/decorative" val="1"/>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827584" y="0"/>
            <a:ext cx="1787872" cy="8959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3">
            <a:extLst>
              <a:ext uri="{FF2B5EF4-FFF2-40B4-BE49-F238E27FC236}">
                <a16:creationId xmlns:a16="http://schemas.microsoft.com/office/drawing/2014/main" id="{6FE3B5BC-7C7D-A745-8158-A53C466DA14C}"/>
              </a:ext>
            </a:extLst>
          </p:cNvPr>
          <p:cNvSpPr>
            <a:spLocks noGrp="1"/>
          </p:cNvSpPr>
          <p:nvPr>
            <p:ph type="title"/>
          </p:nvPr>
        </p:nvSpPr>
        <p:spPr>
          <a:xfrm>
            <a:off x="2050826" y="1915479"/>
            <a:ext cx="5689524" cy="2089585"/>
          </a:xfrm>
          <a:prstGeom prst="rect">
            <a:avLst/>
          </a:prstGeom>
        </p:spPr>
        <p:txBody>
          <a:bodyPr lIns="0" tIns="0" rIns="0" bIns="0"/>
          <a:lstStyle>
            <a:lvl1pPr>
              <a:defRPr>
                <a:solidFill>
                  <a:schemeClr val="bg1"/>
                </a:solidFill>
              </a:defRPr>
            </a:lvl1pPr>
          </a:lstStyle>
          <a:p>
            <a:r>
              <a:rPr lang="en-GB"/>
              <a:t>Click to edit Master title style</a:t>
            </a:r>
            <a:endParaRPr lang="en-US"/>
          </a:p>
        </p:txBody>
      </p:sp>
      <p:sp>
        <p:nvSpPr>
          <p:cNvPr id="16" name="Text Placeholder 14">
            <a:extLst>
              <a:ext uri="{FF2B5EF4-FFF2-40B4-BE49-F238E27FC236}">
                <a16:creationId xmlns:a16="http://schemas.microsoft.com/office/drawing/2014/main" id="{69EC6F0B-C9B0-464E-ABF8-505FA2B99A36}"/>
              </a:ext>
            </a:extLst>
          </p:cNvPr>
          <p:cNvSpPr>
            <a:spLocks noGrp="1"/>
          </p:cNvSpPr>
          <p:nvPr>
            <p:ph type="body" sz="quarter" idx="15" hasCustomPrompt="1"/>
          </p:nvPr>
        </p:nvSpPr>
        <p:spPr>
          <a:xfrm>
            <a:off x="586421" y="1916832"/>
            <a:ext cx="1219139" cy="269081"/>
          </a:xfrm>
          <a:prstGeom prst="rect">
            <a:avLst/>
          </a:prstGeom>
        </p:spPr>
        <p:txBody>
          <a:bodyPr lIns="0" tIns="0" rIns="0" bIns="0"/>
          <a:lstStyle>
            <a:lvl1pPr marL="0" indent="0">
              <a:lnSpc>
                <a:spcPts val="1300"/>
              </a:lnSpc>
              <a:spcBef>
                <a:spcPts val="0"/>
              </a:spcBef>
              <a:buFontTx/>
              <a:buNone/>
              <a:defRPr sz="1600" b="0" i="0">
                <a:solidFill>
                  <a:schemeClr val="bg1"/>
                </a:solidFill>
                <a:latin typeface="+mj-lt"/>
                <a:ea typeface="Tahoma" charset="0"/>
                <a:cs typeface="Tahoma" charset="0"/>
              </a:defRPr>
            </a:lvl1pPr>
          </a:lstStyle>
          <a:p>
            <a:pPr lvl="0"/>
            <a:r>
              <a:rPr lang="en-US"/>
              <a:t>Presented by</a:t>
            </a:r>
          </a:p>
        </p:txBody>
      </p:sp>
      <p:sp>
        <p:nvSpPr>
          <p:cNvPr id="17" name="Text Placeholder 14">
            <a:extLst>
              <a:ext uri="{FF2B5EF4-FFF2-40B4-BE49-F238E27FC236}">
                <a16:creationId xmlns:a16="http://schemas.microsoft.com/office/drawing/2014/main" id="{C1E2BFEE-0AD7-C548-92B3-DE639BB40C8B}"/>
              </a:ext>
            </a:extLst>
          </p:cNvPr>
          <p:cNvSpPr>
            <a:spLocks noGrp="1"/>
          </p:cNvSpPr>
          <p:nvPr>
            <p:ph type="body" sz="quarter" idx="16"/>
          </p:nvPr>
        </p:nvSpPr>
        <p:spPr>
          <a:xfrm>
            <a:off x="586420" y="2323737"/>
            <a:ext cx="1219139" cy="402300"/>
          </a:xfrm>
          <a:prstGeom prst="rect">
            <a:avLst/>
          </a:prstGeom>
        </p:spPr>
        <p:txBody>
          <a:bodyPr lIns="0" tIns="0" rIns="0" bIns="0"/>
          <a:lstStyle>
            <a:lvl1pPr marL="0" indent="0">
              <a:lnSpc>
                <a:spcPts val="1300"/>
              </a:lnSpc>
              <a:spcBef>
                <a:spcPts val="0"/>
              </a:spcBef>
              <a:buFontTx/>
              <a:buNone/>
              <a:defRPr sz="1800" b="1" i="0">
                <a:solidFill>
                  <a:schemeClr val="bg1"/>
                </a:solidFill>
                <a:latin typeface="+mj-lt"/>
                <a:ea typeface="Tahoma" charset="0"/>
                <a:cs typeface="Tahoma" charset="0"/>
              </a:defRPr>
            </a:lvl1pPr>
          </a:lstStyle>
          <a:p>
            <a:pPr lvl="0"/>
            <a:r>
              <a:rPr lang="en-GB"/>
              <a:t>Click to edit Master text styles</a:t>
            </a:r>
          </a:p>
        </p:txBody>
      </p:sp>
      <p:sp>
        <p:nvSpPr>
          <p:cNvPr id="18" name="Text Placeholder 14">
            <a:extLst>
              <a:ext uri="{FF2B5EF4-FFF2-40B4-BE49-F238E27FC236}">
                <a16:creationId xmlns:a16="http://schemas.microsoft.com/office/drawing/2014/main" id="{FE54718D-4C22-E94B-A4C0-C34A3A4257A2}"/>
              </a:ext>
            </a:extLst>
          </p:cNvPr>
          <p:cNvSpPr>
            <a:spLocks noGrp="1"/>
          </p:cNvSpPr>
          <p:nvPr>
            <p:ph type="body" sz="quarter" idx="17"/>
          </p:nvPr>
        </p:nvSpPr>
        <p:spPr>
          <a:xfrm>
            <a:off x="598505" y="2913639"/>
            <a:ext cx="1219139" cy="371345"/>
          </a:xfrm>
          <a:prstGeom prst="rect">
            <a:avLst/>
          </a:prstGeom>
        </p:spPr>
        <p:txBody>
          <a:bodyPr lIns="0" tIns="0" rIns="0" bIns="0"/>
          <a:lstStyle>
            <a:lvl1pPr marL="0" indent="0">
              <a:lnSpc>
                <a:spcPts val="1300"/>
              </a:lnSpc>
              <a:spcBef>
                <a:spcPts val="0"/>
              </a:spcBef>
              <a:buFontTx/>
              <a:buNone/>
              <a:defRPr sz="1800" b="1" i="0">
                <a:solidFill>
                  <a:schemeClr val="bg1"/>
                </a:solidFill>
                <a:latin typeface="+mj-lt"/>
                <a:ea typeface="Tahoma" charset="0"/>
                <a:cs typeface="Tahoma" charset="0"/>
              </a:defRPr>
            </a:lvl1pPr>
          </a:lstStyle>
          <a:p>
            <a:pPr lvl="0"/>
            <a:r>
              <a:rPr lang="en-GB"/>
              <a:t>Click to edit Master text styles</a:t>
            </a:r>
          </a:p>
        </p:txBody>
      </p:sp>
      <p:cxnSp>
        <p:nvCxnSpPr>
          <p:cNvPr id="27" name="Straight Connector 26">
            <a:extLst>
              <a:ext uri="{FF2B5EF4-FFF2-40B4-BE49-F238E27FC236}">
                <a16:creationId xmlns:a16="http://schemas.microsoft.com/office/drawing/2014/main" id="{763A8BFE-74A7-E94B-8A00-4CD70EAFA367}"/>
              </a:ext>
            </a:extLst>
          </p:cNvPr>
          <p:cNvCxnSpPr>
            <a:cxnSpLocks/>
          </p:cNvCxnSpPr>
          <p:nvPr userDrawn="1"/>
        </p:nvCxnSpPr>
        <p:spPr>
          <a:xfrm>
            <a:off x="1919288" y="1916832"/>
            <a:ext cx="0" cy="3802212"/>
          </a:xfrm>
          <a:prstGeom prst="line">
            <a:avLst/>
          </a:prstGeom>
          <a:ln w="6350">
            <a:solidFill>
              <a:schemeClr val="bg1"/>
            </a:solidFill>
          </a:ln>
        </p:spPr>
        <p:style>
          <a:lnRef idx="1">
            <a:schemeClr val="accent2"/>
          </a:lnRef>
          <a:fillRef idx="0">
            <a:schemeClr val="accent2"/>
          </a:fillRef>
          <a:effectRef idx="0">
            <a:schemeClr val="accent2"/>
          </a:effectRef>
          <a:fontRef idx="minor">
            <a:schemeClr val="tx1"/>
          </a:fontRef>
        </p:style>
      </p:cxnSp>
      <p:sp>
        <p:nvSpPr>
          <p:cNvPr id="19" name="Text Placeholder 14">
            <a:extLst>
              <a:ext uri="{FF2B5EF4-FFF2-40B4-BE49-F238E27FC236}">
                <a16:creationId xmlns:a16="http://schemas.microsoft.com/office/drawing/2014/main" id="{55B2378F-7E74-5649-B1F7-5BE87863FDAE}"/>
              </a:ext>
            </a:extLst>
          </p:cNvPr>
          <p:cNvSpPr>
            <a:spLocks noGrp="1"/>
          </p:cNvSpPr>
          <p:nvPr>
            <p:ph type="body" sz="quarter" idx="18" hasCustomPrompt="1"/>
          </p:nvPr>
        </p:nvSpPr>
        <p:spPr>
          <a:xfrm>
            <a:off x="598505" y="5373216"/>
            <a:ext cx="1219139" cy="345828"/>
          </a:xfrm>
          <a:prstGeom prst="rect">
            <a:avLst/>
          </a:prstGeom>
        </p:spPr>
        <p:txBody>
          <a:bodyPr lIns="0" tIns="0" rIns="0" bIns="0"/>
          <a:lstStyle>
            <a:lvl1pPr marL="0" indent="0">
              <a:lnSpc>
                <a:spcPts val="1300"/>
              </a:lnSpc>
              <a:spcBef>
                <a:spcPts val="0"/>
              </a:spcBef>
              <a:buFontTx/>
              <a:buNone/>
              <a:defRPr sz="1600" b="0" i="0">
                <a:solidFill>
                  <a:schemeClr val="bg1"/>
                </a:solidFill>
                <a:latin typeface="+mn-lt"/>
                <a:ea typeface="Tahoma"/>
                <a:cs typeface="Tahoma"/>
              </a:defRPr>
            </a:lvl1pPr>
          </a:lstStyle>
          <a:p>
            <a:pPr lvl="0"/>
            <a:r>
              <a:rPr lang="en-US"/>
              <a:t>Presentation date</a:t>
            </a:r>
          </a:p>
        </p:txBody>
      </p:sp>
    </p:spTree>
    <p:extLst>
      <p:ext uri="{BB962C8B-B14F-4D97-AF65-F5344CB8AC3E}">
        <p14:creationId xmlns:p14="http://schemas.microsoft.com/office/powerpoint/2010/main" val="2037226853"/>
      </p:ext>
    </p:extLst>
  </p:cSld>
  <p:clrMapOvr>
    <a:masterClrMapping/>
  </p:clrMapOvr>
  <p:transition spd="slow">
    <p:fade/>
  </p:transition>
  <p:extLst>
    <p:ext uri="{DCECCB84-F9BA-43D5-87BE-67443E8EF086}">
      <p15:sldGuideLst xmlns:p15="http://schemas.microsoft.com/office/powerpoint/2012/main">
        <p15:guide id="1" orient="horz" pos="1207" userDrawn="1">
          <p15:clr>
            <a:srgbClr val="FBAE40"/>
          </p15:clr>
        </p15:guide>
        <p15:guide id="2" pos="1292"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title and sub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E3DBD-28B5-6744-B93D-384D879AF993}"/>
              </a:ext>
            </a:extLst>
          </p:cNvPr>
          <p:cNvSpPr>
            <a:spLocks noGrp="1"/>
          </p:cNvSpPr>
          <p:nvPr>
            <p:ph type="title"/>
          </p:nvPr>
        </p:nvSpPr>
        <p:spPr>
          <a:xfrm>
            <a:off x="899592" y="1974055"/>
            <a:ext cx="6515620" cy="1325563"/>
          </a:xfrm>
          <a:prstGeom prst="rect">
            <a:avLst/>
          </a:prstGeom>
        </p:spPr>
        <p:txBody>
          <a:bodyPr/>
          <a:lstStyle>
            <a:lvl1pPr>
              <a:defRPr>
                <a:solidFill>
                  <a:srgbClr val="1A9DAC"/>
                </a:solidFill>
              </a:defRPr>
            </a:lvl1pPr>
          </a:lstStyle>
          <a:p>
            <a:r>
              <a:rPr lang="en-GB"/>
              <a:t>Click to edit Master title style</a:t>
            </a:r>
            <a:endParaRPr lang="en-US"/>
          </a:p>
        </p:txBody>
      </p:sp>
      <p:sp>
        <p:nvSpPr>
          <p:cNvPr id="7" name="Text Placeholder 5"/>
          <p:cNvSpPr>
            <a:spLocks noGrp="1"/>
          </p:cNvSpPr>
          <p:nvPr>
            <p:ph type="body" sz="quarter" idx="11"/>
          </p:nvPr>
        </p:nvSpPr>
        <p:spPr>
          <a:xfrm>
            <a:off x="899592" y="4221163"/>
            <a:ext cx="6515620" cy="603104"/>
          </a:xfrm>
          <a:prstGeom prst="rect">
            <a:avLst/>
          </a:prstGeom>
        </p:spPr>
        <p:txBody>
          <a:bodyPr lIns="0" tIns="0" rIns="0" bIns="0"/>
          <a:lstStyle>
            <a:lvl1pPr marL="0" indent="0">
              <a:lnSpc>
                <a:spcPct val="100000"/>
              </a:lnSpc>
              <a:buFontTx/>
              <a:buNone/>
              <a:defRPr sz="1800" b="0" i="0">
                <a:solidFill>
                  <a:schemeClr val="tx1"/>
                </a:solidFill>
                <a:latin typeface="+mn-lt"/>
                <a:ea typeface="Tahoma"/>
                <a:cs typeface="Tahoma"/>
              </a:defRPr>
            </a:lvl1pPr>
          </a:lstStyle>
          <a:p>
            <a:pPr lvl="0"/>
            <a:r>
              <a:rPr lang="en-GB"/>
              <a:t>Click to edit Master text styles</a:t>
            </a:r>
          </a:p>
        </p:txBody>
      </p:sp>
    </p:spTree>
    <p:extLst>
      <p:ext uri="{BB962C8B-B14F-4D97-AF65-F5344CB8AC3E}">
        <p14:creationId xmlns:p14="http://schemas.microsoft.com/office/powerpoint/2010/main" val="192450603"/>
      </p:ext>
    </p:extLst>
  </p:cSld>
  <p:clrMapOvr>
    <a:masterClrMapping/>
  </p:clrMapOvr>
  <p:transition spd="slow">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Main headings, text and bullet point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D64AAA3-E9D4-B544-B77B-0789573E9C02}"/>
              </a:ext>
            </a:extLst>
          </p:cNvPr>
          <p:cNvSpPr>
            <a:spLocks noGrp="1"/>
          </p:cNvSpPr>
          <p:nvPr>
            <p:ph type="title" hasCustomPrompt="1"/>
          </p:nvPr>
        </p:nvSpPr>
        <p:spPr>
          <a:xfrm>
            <a:off x="899591" y="689701"/>
            <a:ext cx="7886700" cy="1011108"/>
          </a:xfrm>
          <a:prstGeom prst="rect">
            <a:avLst/>
          </a:prstGeom>
        </p:spPr>
        <p:txBody>
          <a:bodyPr lIns="0" tIns="0" rIns="0" bIns="0"/>
          <a:lstStyle>
            <a:lvl1pPr>
              <a:defRPr>
                <a:solidFill>
                  <a:srgbClr val="1A9DAC"/>
                </a:solidFill>
              </a:defRPr>
            </a:lvl1pPr>
          </a:lstStyle>
          <a:p>
            <a:pPr lvl="0"/>
            <a:r>
              <a:rPr lang="en-GB"/>
              <a:t>Click to edit Master text styles</a:t>
            </a:r>
          </a:p>
        </p:txBody>
      </p:sp>
      <p:sp>
        <p:nvSpPr>
          <p:cNvPr id="6" name="Text Placeholder 5"/>
          <p:cNvSpPr>
            <a:spLocks noGrp="1"/>
          </p:cNvSpPr>
          <p:nvPr>
            <p:ph type="body" sz="quarter" idx="11" hasCustomPrompt="1"/>
          </p:nvPr>
        </p:nvSpPr>
        <p:spPr>
          <a:xfrm>
            <a:off x="899591" y="1700808"/>
            <a:ext cx="6551612" cy="4608512"/>
          </a:xfrm>
          <a:prstGeom prst="rect">
            <a:avLst/>
          </a:prstGeom>
        </p:spPr>
        <p:txBody>
          <a:bodyPr lIns="0" tIns="0" rIns="0" bIns="0"/>
          <a:lstStyle>
            <a:lvl1pPr marL="266700" indent="-257175">
              <a:buClr>
                <a:srgbClr val="1A9DAC"/>
              </a:buClr>
              <a:tabLst/>
              <a:defRPr sz="1800">
                <a:latin typeface="+mn-lt"/>
                <a:ea typeface="Tahoma" panose="020B0604030504040204" pitchFamily="34" charset="0"/>
                <a:cs typeface="Tahoma" panose="020B0604030504040204" pitchFamily="34" charset="0"/>
              </a:defRPr>
            </a:lvl1pPr>
            <a:lvl2pPr marL="541338" indent="-274638">
              <a:buClr>
                <a:srgbClr val="1A9DAC"/>
              </a:buClr>
              <a:buFont typeface="Courier New" panose="02070309020205020404" pitchFamily="49" charset="0"/>
              <a:buChar char="o"/>
              <a:defRPr sz="1800">
                <a:latin typeface="+mn-lt"/>
                <a:ea typeface="Tahoma" panose="020B0604030504040204" pitchFamily="34" charset="0"/>
                <a:cs typeface="Tahoma" panose="020B0604030504040204" pitchFamily="34" charset="0"/>
              </a:defRPr>
            </a:lvl2pPr>
            <a:lvl3pPr marL="808038" indent="-266700">
              <a:buClr>
                <a:srgbClr val="1A9DAC"/>
              </a:buClr>
              <a:buFont typeface="Arial" panose="020B0604020202020204" pitchFamily="34" charset="0"/>
              <a:buChar char="̶"/>
              <a:defRPr sz="1800">
                <a:latin typeface="+mn-lt"/>
                <a:ea typeface="Tahoma" panose="020B0604030504040204" pitchFamily="34" charset="0"/>
                <a:cs typeface="Tahoma" panose="020B0604030504040204" pitchFamily="34" charset="0"/>
              </a:defRPr>
            </a:lvl3pPr>
            <a:lvl4pPr>
              <a:defRPr sz="1600">
                <a:latin typeface="Tahoma" panose="020B0604030504040204" pitchFamily="34" charset="0"/>
                <a:ea typeface="Tahoma" panose="020B0604030504040204" pitchFamily="34" charset="0"/>
                <a:cs typeface="Tahoma" panose="020B0604030504040204" pitchFamily="34" charset="0"/>
              </a:defRPr>
            </a:lvl4pPr>
            <a:lvl5pPr>
              <a:defRPr sz="1600">
                <a:latin typeface="Tahoma" panose="020B0604030504040204" pitchFamily="34" charset="0"/>
                <a:ea typeface="Tahoma" panose="020B0604030504040204" pitchFamily="34" charset="0"/>
                <a:cs typeface="Tahoma" panose="020B0604030504040204" pitchFamily="34" charset="0"/>
              </a:defRPr>
            </a:lvl5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406912239"/>
      </p:ext>
    </p:extLst>
  </p:cSld>
  <p:clrMapOvr>
    <a:masterClrMapping/>
  </p:clrMapOvr>
  <p:transition spd="slow">
    <p:fade/>
  </p:transition>
  <p:extLst>
    <p:ext uri="{DCECCB84-F9BA-43D5-87BE-67443E8EF086}">
      <p15:sldGuideLst xmlns:p15="http://schemas.microsoft.com/office/powerpoint/2012/main">
        <p15:guide id="1" orient="horz" pos="436" userDrawn="1">
          <p15:clr>
            <a:srgbClr val="FBAE40"/>
          </p15:clr>
        </p15:guide>
        <p15:guide id="2" pos="567"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Main headings, text and numbered poi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034AA9-9B1B-7D49-821B-E768D4FEE2D2}"/>
              </a:ext>
            </a:extLst>
          </p:cNvPr>
          <p:cNvSpPr>
            <a:spLocks noGrp="1"/>
          </p:cNvSpPr>
          <p:nvPr>
            <p:ph type="title"/>
          </p:nvPr>
        </p:nvSpPr>
        <p:spPr>
          <a:xfrm>
            <a:off x="900113" y="687614"/>
            <a:ext cx="7886700" cy="1012599"/>
          </a:xfrm>
        </p:spPr>
        <p:txBody>
          <a:bodyPr/>
          <a:lstStyle>
            <a:lvl1pPr>
              <a:defRPr>
                <a:solidFill>
                  <a:srgbClr val="1A9DAC"/>
                </a:solidFill>
              </a:defRPr>
            </a:lvl1pPr>
          </a:lstStyle>
          <a:p>
            <a:r>
              <a:rPr lang="en-GB"/>
              <a:t>Click to edit Master title style</a:t>
            </a:r>
            <a:endParaRPr lang="en-US"/>
          </a:p>
        </p:txBody>
      </p:sp>
      <p:sp>
        <p:nvSpPr>
          <p:cNvPr id="3" name="Text Placeholder 2"/>
          <p:cNvSpPr>
            <a:spLocks noGrp="1"/>
          </p:cNvSpPr>
          <p:nvPr>
            <p:ph type="body" sz="quarter" idx="11"/>
          </p:nvPr>
        </p:nvSpPr>
        <p:spPr>
          <a:xfrm>
            <a:off x="900113" y="1700213"/>
            <a:ext cx="6551612" cy="4465637"/>
          </a:xfrm>
          <a:prstGeom prst="rect">
            <a:avLst/>
          </a:prstGeom>
        </p:spPr>
        <p:txBody>
          <a:bodyPr lIns="0" tIns="0" rIns="0" bIns="0"/>
          <a:lstStyle>
            <a:lvl1pPr marL="266700" indent="-266700">
              <a:buClr>
                <a:srgbClr val="1A9DAC"/>
              </a:buClr>
              <a:buFont typeface="+mj-lt"/>
              <a:buAutoNum type="arabicPeriod"/>
              <a:defRPr sz="1800">
                <a:latin typeface="+mn-lt"/>
                <a:ea typeface="Tahoma" panose="020B0604030504040204" pitchFamily="34" charset="0"/>
                <a:cs typeface="Tahoma" panose="020B0604030504040204" pitchFamily="34" charset="0"/>
              </a:defRPr>
            </a:lvl1pPr>
            <a:lvl2pPr marL="609600" indent="-342900">
              <a:buClr>
                <a:srgbClr val="1A9DAC"/>
              </a:buClr>
              <a:buFont typeface="+mj-lt"/>
              <a:buAutoNum type="romanLcPeriod"/>
              <a:defRPr sz="1800">
                <a:latin typeface="+mn-lt"/>
                <a:ea typeface="Tahoma" panose="020B0604030504040204" pitchFamily="34" charset="0"/>
                <a:cs typeface="Tahoma" panose="020B0604030504040204" pitchFamily="34" charset="0"/>
              </a:defRPr>
            </a:lvl2pPr>
            <a:lvl3pPr marL="915988" marR="0" indent="-285750" algn="l" defTabSz="606425" rtl="0" eaLnBrk="1" fontAlgn="base" latinLnBrk="0" hangingPunct="1">
              <a:lnSpc>
                <a:spcPct val="100000"/>
              </a:lnSpc>
              <a:spcBef>
                <a:spcPct val="20000"/>
              </a:spcBef>
              <a:spcAft>
                <a:spcPct val="0"/>
              </a:spcAft>
              <a:buClr>
                <a:srgbClr val="1A9DAC"/>
              </a:buClr>
              <a:buSzTx/>
              <a:buFont typeface="Arial" panose="020B0604020202020204" pitchFamily="34" charset="0"/>
              <a:buChar char="•"/>
              <a:tabLst/>
              <a:defRPr sz="1800">
                <a:latin typeface="+mn-lt"/>
                <a:ea typeface="Tahoma" panose="020B0604030504040204" pitchFamily="34" charset="0"/>
                <a:cs typeface="Tahoma" panose="020B0604030504040204" pitchFamily="34" charset="0"/>
              </a:defRPr>
            </a:lvl3pPr>
            <a:lvl4pPr marL="2343150" indent="-514350">
              <a:buFont typeface="+mj-lt"/>
              <a:buAutoNum type="arabicPeriod"/>
              <a:defRPr sz="1600">
                <a:latin typeface="Tahoma" panose="020B0604030504040204" pitchFamily="34" charset="0"/>
                <a:ea typeface="Tahoma" panose="020B0604030504040204" pitchFamily="34" charset="0"/>
                <a:cs typeface="Tahoma" panose="020B0604030504040204" pitchFamily="34" charset="0"/>
              </a:defRPr>
            </a:lvl4pPr>
            <a:lvl5pPr marL="2952750" indent="-514350">
              <a:buFont typeface="+mj-lt"/>
              <a:buAutoNum type="arabicPeriod"/>
              <a:defRPr sz="1600">
                <a:latin typeface="Tahoma" panose="020B0604030504040204" pitchFamily="34" charset="0"/>
                <a:ea typeface="Tahoma" panose="020B0604030504040204" pitchFamily="34" charset="0"/>
                <a:cs typeface="Tahoma" panose="020B0604030504040204" pitchFamily="34" charset="0"/>
              </a:defRPr>
            </a:lvl5pPr>
          </a:lstStyle>
          <a:p>
            <a:pPr lvl="0"/>
            <a:r>
              <a:rPr lang="en-GB"/>
              <a:t>Click to edit Master text styles</a:t>
            </a:r>
          </a:p>
          <a:p>
            <a:pPr lvl="1"/>
            <a:r>
              <a:rPr lang="en-GB"/>
              <a:t>Second level</a:t>
            </a:r>
          </a:p>
          <a:p>
            <a:pPr lvl="2"/>
            <a:r>
              <a:rPr lang="en-GB"/>
              <a:t>Third level</a:t>
            </a:r>
          </a:p>
        </p:txBody>
      </p:sp>
    </p:spTree>
    <p:extLst>
      <p:ext uri="{BB962C8B-B14F-4D97-AF65-F5344CB8AC3E}">
        <p14:creationId xmlns:p14="http://schemas.microsoft.com/office/powerpoint/2010/main" val="1386068825"/>
      </p:ext>
    </p:extLst>
  </p:cSld>
  <p:clrMapOvr>
    <a:masterClrMapping/>
  </p:clrMapOvr>
  <p:transition spd="slow">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lumn text sty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BD85A6-D158-2E49-90B4-F2441730F410}"/>
              </a:ext>
            </a:extLst>
          </p:cNvPr>
          <p:cNvSpPr>
            <a:spLocks noGrp="1"/>
          </p:cNvSpPr>
          <p:nvPr>
            <p:ph type="title"/>
          </p:nvPr>
        </p:nvSpPr>
        <p:spPr>
          <a:xfrm>
            <a:off x="899591" y="692697"/>
            <a:ext cx="7886700" cy="936104"/>
          </a:xfrm>
        </p:spPr>
        <p:txBody>
          <a:bodyPr/>
          <a:lstStyle/>
          <a:p>
            <a:r>
              <a:rPr lang="en-GB"/>
              <a:t>Click to edit Master title style</a:t>
            </a:r>
            <a:endParaRPr lang="en-US"/>
          </a:p>
        </p:txBody>
      </p:sp>
      <p:sp>
        <p:nvSpPr>
          <p:cNvPr id="6" name="Text Placeholder 5"/>
          <p:cNvSpPr>
            <a:spLocks noGrp="1"/>
          </p:cNvSpPr>
          <p:nvPr>
            <p:ph type="body" sz="quarter" idx="11"/>
          </p:nvPr>
        </p:nvSpPr>
        <p:spPr>
          <a:xfrm>
            <a:off x="899592" y="1628800"/>
            <a:ext cx="3167583" cy="4536504"/>
          </a:xfrm>
          <a:prstGeom prst="rect">
            <a:avLst/>
          </a:prstGeom>
        </p:spPr>
        <p:txBody>
          <a:bodyPr lIns="0" tIns="0" rIns="0" bIns="0" numCol="1" spcCol="216000"/>
          <a:lstStyle>
            <a:lvl1pPr marL="0" marR="0" indent="0" algn="l" defTabSz="606425" rtl="0" eaLnBrk="1" fontAlgn="base" latinLnBrk="0" hangingPunct="1">
              <a:lnSpc>
                <a:spcPts val="2000"/>
              </a:lnSpc>
              <a:spcBef>
                <a:spcPts val="0"/>
              </a:spcBef>
              <a:spcAft>
                <a:spcPct val="0"/>
              </a:spcAft>
              <a:buClrTx/>
              <a:buSzTx/>
              <a:buFontTx/>
              <a:buNone/>
              <a:tabLst/>
              <a:defRPr sz="1800" b="0" i="0" baseline="0">
                <a:solidFill>
                  <a:schemeClr val="tx1"/>
                </a:solidFill>
                <a:latin typeface="+mn-lt"/>
                <a:ea typeface="Tahoma"/>
                <a:cs typeface="Tahoma"/>
              </a:defRPr>
            </a:lvl1pPr>
          </a:lstStyle>
          <a:p>
            <a:pPr lvl="0"/>
            <a:r>
              <a:rPr lang="en-GB"/>
              <a:t>Click to edit Master text styles</a:t>
            </a:r>
          </a:p>
        </p:txBody>
      </p:sp>
      <p:sp>
        <p:nvSpPr>
          <p:cNvPr id="7" name="Text Placeholder 6"/>
          <p:cNvSpPr>
            <a:spLocks noGrp="1"/>
          </p:cNvSpPr>
          <p:nvPr>
            <p:ph type="body" sz="quarter" idx="12"/>
          </p:nvPr>
        </p:nvSpPr>
        <p:spPr>
          <a:xfrm>
            <a:off x="4284663" y="1628800"/>
            <a:ext cx="3167583" cy="4536504"/>
          </a:xfrm>
          <a:prstGeom prst="rect">
            <a:avLst/>
          </a:prstGeom>
        </p:spPr>
        <p:txBody>
          <a:bodyPr lIns="0" tIns="0" rIns="0" bIns="0" numCol="1" spcCol="216000"/>
          <a:lstStyle>
            <a:lvl1pPr marL="0" marR="0" indent="0" algn="l" defTabSz="606425" rtl="0" eaLnBrk="1" fontAlgn="base" latinLnBrk="0" hangingPunct="1">
              <a:lnSpc>
                <a:spcPts val="2000"/>
              </a:lnSpc>
              <a:spcBef>
                <a:spcPts val="0"/>
              </a:spcBef>
              <a:spcAft>
                <a:spcPct val="0"/>
              </a:spcAft>
              <a:buClrTx/>
              <a:buSzTx/>
              <a:buFontTx/>
              <a:buNone/>
              <a:tabLst/>
              <a:defRPr sz="1800" b="0" i="0" baseline="0">
                <a:solidFill>
                  <a:schemeClr val="tx1"/>
                </a:solidFill>
                <a:latin typeface="+mn-lt"/>
                <a:ea typeface="Tahoma"/>
                <a:cs typeface="Tahoma"/>
              </a:defRPr>
            </a:lvl1pPr>
          </a:lstStyle>
          <a:p>
            <a:pPr lvl="0"/>
            <a:r>
              <a:rPr lang="en-GB"/>
              <a:t>Click to edit Master text styles</a:t>
            </a:r>
          </a:p>
        </p:txBody>
      </p:sp>
    </p:spTree>
    <p:extLst>
      <p:ext uri="{BB962C8B-B14F-4D97-AF65-F5344CB8AC3E}">
        <p14:creationId xmlns:p14="http://schemas.microsoft.com/office/powerpoint/2010/main" val="1903622766"/>
      </p:ext>
    </p:extLst>
  </p:cSld>
  <p:clrMapOvr>
    <a:masterClrMapping/>
  </p:clrMapOvr>
  <p:transition spd="slow">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lumn text style with bullet poi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9A63C3-2B19-3E4C-861A-2B5A52BA7233}"/>
              </a:ext>
            </a:extLst>
          </p:cNvPr>
          <p:cNvSpPr>
            <a:spLocks noGrp="1"/>
          </p:cNvSpPr>
          <p:nvPr>
            <p:ph type="title"/>
          </p:nvPr>
        </p:nvSpPr>
        <p:spPr>
          <a:xfrm>
            <a:off x="899591" y="692697"/>
            <a:ext cx="7886700" cy="936104"/>
          </a:xfrm>
        </p:spPr>
        <p:txBody>
          <a:bodyPr/>
          <a:lstStyle>
            <a:lvl1pPr>
              <a:defRPr>
                <a:solidFill>
                  <a:srgbClr val="1A9DAC"/>
                </a:solidFill>
              </a:defRPr>
            </a:lvl1pPr>
          </a:lstStyle>
          <a:p>
            <a:r>
              <a:rPr lang="en-GB"/>
              <a:t>Click to edit Master title style</a:t>
            </a:r>
            <a:endParaRPr lang="en-US"/>
          </a:p>
        </p:txBody>
      </p:sp>
      <p:sp>
        <p:nvSpPr>
          <p:cNvPr id="8" name="Text Placeholder 5"/>
          <p:cNvSpPr>
            <a:spLocks noGrp="1"/>
          </p:cNvSpPr>
          <p:nvPr>
            <p:ph type="body" sz="quarter" idx="11" hasCustomPrompt="1"/>
          </p:nvPr>
        </p:nvSpPr>
        <p:spPr>
          <a:xfrm>
            <a:off x="899592" y="1628800"/>
            <a:ext cx="3167583" cy="4536504"/>
          </a:xfrm>
          <a:prstGeom prst="rect">
            <a:avLst/>
          </a:prstGeom>
        </p:spPr>
        <p:txBody>
          <a:bodyPr lIns="0" tIns="0" rIns="0" bIns="0" numCol="1" spcCol="216000"/>
          <a:lstStyle>
            <a:lvl1pPr marL="285750" marR="0" indent="-285750" algn="l" defTabSz="606425" rtl="0" eaLnBrk="1" fontAlgn="base" latinLnBrk="0" hangingPunct="1">
              <a:lnSpc>
                <a:spcPts val="2000"/>
              </a:lnSpc>
              <a:spcBef>
                <a:spcPts val="0"/>
              </a:spcBef>
              <a:spcAft>
                <a:spcPct val="0"/>
              </a:spcAft>
              <a:buClr>
                <a:srgbClr val="1A9DAC"/>
              </a:buClr>
              <a:buSzTx/>
              <a:buFont typeface="Arial" panose="020B0604020202020204" pitchFamily="34" charset="0"/>
              <a:buChar char="•"/>
              <a:tabLst/>
              <a:defRPr sz="1800" b="0" i="0" baseline="0">
                <a:solidFill>
                  <a:schemeClr val="tx1"/>
                </a:solidFill>
                <a:latin typeface="+mn-lt"/>
                <a:ea typeface="Tahoma" panose="020B0604030504040204" pitchFamily="34" charset="0"/>
                <a:cs typeface="Tahoma" panose="020B0604030504040204" pitchFamily="34" charset="0"/>
              </a:defRPr>
            </a:lvl1pPr>
            <a:lvl2pPr marL="541338" indent="-274638">
              <a:buClr>
                <a:srgbClr val="1A9DAC"/>
              </a:buClr>
              <a:buFont typeface="Courier New" panose="02070309020205020404" pitchFamily="49" charset="0"/>
              <a:buChar char="o"/>
              <a:defRPr sz="1800">
                <a:latin typeface="+mn-lt"/>
                <a:ea typeface="Tahoma" panose="020B0604030504040204" pitchFamily="34" charset="0"/>
                <a:cs typeface="Tahoma" panose="020B0604030504040204" pitchFamily="34" charset="0"/>
              </a:defRPr>
            </a:lvl2pPr>
            <a:lvl3pPr marL="808038" indent="-177800">
              <a:buClr>
                <a:srgbClr val="1A9DAC"/>
              </a:buClr>
              <a:buFont typeface="Arial" panose="020B0604020202020204" pitchFamily="34" charset="0"/>
              <a:buChar char="̶"/>
              <a:defRPr sz="1800">
                <a:latin typeface="+mn-lt"/>
                <a:ea typeface="Tahoma" panose="020B0604030504040204" pitchFamily="34" charset="0"/>
                <a:cs typeface="Tahoma" panose="020B0604030504040204" pitchFamily="34" charset="0"/>
              </a:defRPr>
            </a:lvl3pPr>
            <a:lvl4pPr marL="1163638" indent="-301625">
              <a:defRPr sz="1800">
                <a:latin typeface="+mn-lt"/>
                <a:ea typeface="Tahoma" panose="020B0604030504040204" pitchFamily="34" charset="0"/>
                <a:cs typeface="Tahoma" panose="020B0604030504040204" pitchFamily="34" charset="0"/>
              </a:defRPr>
            </a:lvl4pPr>
          </a:lstStyle>
          <a:p>
            <a:pPr lvl="0"/>
            <a:r>
              <a:rPr lang="en-GB"/>
              <a:t>Click to add text</a:t>
            </a:r>
          </a:p>
          <a:p>
            <a:pPr lvl="1"/>
            <a:r>
              <a:rPr lang="en-GB"/>
              <a:t>Second Bullet Point</a:t>
            </a:r>
          </a:p>
          <a:p>
            <a:pPr lvl="2"/>
            <a:r>
              <a:rPr lang="en-GB"/>
              <a:t>Third Bullet Point</a:t>
            </a:r>
          </a:p>
          <a:p>
            <a:pPr lvl="3"/>
            <a:endParaRPr lang="en-GB"/>
          </a:p>
        </p:txBody>
      </p:sp>
      <p:sp>
        <p:nvSpPr>
          <p:cNvPr id="9" name="Text Placeholder 5"/>
          <p:cNvSpPr>
            <a:spLocks noGrp="1"/>
          </p:cNvSpPr>
          <p:nvPr>
            <p:ph type="body" sz="quarter" idx="12" hasCustomPrompt="1"/>
          </p:nvPr>
        </p:nvSpPr>
        <p:spPr>
          <a:xfrm>
            <a:off x="4284663" y="1628800"/>
            <a:ext cx="3167583" cy="4536504"/>
          </a:xfrm>
          <a:prstGeom prst="rect">
            <a:avLst/>
          </a:prstGeom>
        </p:spPr>
        <p:txBody>
          <a:bodyPr lIns="0" tIns="0" rIns="0" bIns="0" numCol="1" spcCol="216000"/>
          <a:lstStyle>
            <a:lvl1pPr marL="285750" marR="0" indent="-285750" algn="l" defTabSz="606425" rtl="0" eaLnBrk="1" fontAlgn="base" latinLnBrk="0" hangingPunct="1">
              <a:lnSpc>
                <a:spcPts val="2000"/>
              </a:lnSpc>
              <a:spcBef>
                <a:spcPts val="0"/>
              </a:spcBef>
              <a:spcAft>
                <a:spcPct val="0"/>
              </a:spcAft>
              <a:buClr>
                <a:srgbClr val="1A9DAC"/>
              </a:buClr>
              <a:buSzTx/>
              <a:buFont typeface="Arial" panose="020B0604020202020204" pitchFamily="34" charset="0"/>
              <a:buChar char="•"/>
              <a:tabLst/>
              <a:defRPr sz="1800" b="0" i="0" baseline="0">
                <a:solidFill>
                  <a:schemeClr val="tx1"/>
                </a:solidFill>
                <a:latin typeface="+mn-lt"/>
                <a:ea typeface="Tahoma" panose="020B0604030504040204" pitchFamily="34" charset="0"/>
                <a:cs typeface="Tahoma" panose="020B0604030504040204" pitchFamily="34" charset="0"/>
              </a:defRPr>
            </a:lvl1pPr>
            <a:lvl2pPr marL="541338" indent="-274638">
              <a:buClr>
                <a:srgbClr val="1A9DAC"/>
              </a:buClr>
              <a:buFont typeface="Courier New" panose="02070309020205020404" pitchFamily="49" charset="0"/>
              <a:buChar char="o"/>
              <a:defRPr sz="1800">
                <a:latin typeface="+mn-lt"/>
                <a:ea typeface="Tahoma" panose="020B0604030504040204" pitchFamily="34" charset="0"/>
                <a:cs typeface="Tahoma" panose="020B0604030504040204" pitchFamily="34" charset="0"/>
              </a:defRPr>
            </a:lvl2pPr>
            <a:lvl3pPr marL="808038" indent="-177800">
              <a:buClr>
                <a:srgbClr val="1A9DAC"/>
              </a:buClr>
              <a:buFont typeface="Arial" panose="020B0604020202020204" pitchFamily="34" charset="0"/>
              <a:buChar char="̶"/>
              <a:defRPr sz="1800">
                <a:latin typeface="+mn-lt"/>
                <a:ea typeface="Tahoma" panose="020B0604030504040204" pitchFamily="34" charset="0"/>
                <a:cs typeface="Tahoma" panose="020B0604030504040204" pitchFamily="34" charset="0"/>
              </a:defRPr>
            </a:lvl3pPr>
            <a:lvl4pPr marL="1163638" indent="-301625">
              <a:defRPr sz="1800">
                <a:latin typeface="+mn-lt"/>
                <a:ea typeface="Tahoma" panose="020B0604030504040204" pitchFamily="34" charset="0"/>
                <a:cs typeface="Tahoma" panose="020B0604030504040204" pitchFamily="34" charset="0"/>
              </a:defRPr>
            </a:lvl4pPr>
          </a:lstStyle>
          <a:p>
            <a:pPr lvl="0"/>
            <a:r>
              <a:rPr lang="en-US"/>
              <a:t>Click to add text</a:t>
            </a:r>
          </a:p>
          <a:p>
            <a:pPr lvl="1"/>
            <a:r>
              <a:rPr lang="en-US"/>
              <a:t>Second Bullet Point</a:t>
            </a:r>
          </a:p>
          <a:p>
            <a:pPr lvl="2"/>
            <a:r>
              <a:rPr lang="en-US"/>
              <a:t>Third Bullet Point</a:t>
            </a:r>
          </a:p>
          <a:p>
            <a:pPr lvl="3"/>
            <a:endParaRPr lang="en-US"/>
          </a:p>
          <a:p>
            <a:pPr lvl="0"/>
            <a:endParaRPr lang="en-GB"/>
          </a:p>
        </p:txBody>
      </p:sp>
    </p:spTree>
    <p:extLst>
      <p:ext uri="{BB962C8B-B14F-4D97-AF65-F5344CB8AC3E}">
        <p14:creationId xmlns:p14="http://schemas.microsoft.com/office/powerpoint/2010/main" val="976455156"/>
      </p:ext>
    </p:extLst>
  </p:cSld>
  <p:clrMapOvr>
    <a:masterClrMapping/>
  </p:clrMapOvr>
  <p:transition spd="slow">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lumn text style with numbered point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7AA39C-6E99-FE4F-B641-F44C7B4B4DB4}"/>
              </a:ext>
            </a:extLst>
          </p:cNvPr>
          <p:cNvSpPr>
            <a:spLocks noGrp="1"/>
          </p:cNvSpPr>
          <p:nvPr>
            <p:ph type="title"/>
          </p:nvPr>
        </p:nvSpPr>
        <p:spPr>
          <a:xfrm>
            <a:off x="899592" y="692697"/>
            <a:ext cx="7886700" cy="936104"/>
          </a:xfrm>
        </p:spPr>
        <p:txBody>
          <a:bodyPr/>
          <a:lstStyle>
            <a:lvl1pPr>
              <a:defRPr>
                <a:solidFill>
                  <a:srgbClr val="1A9DAC"/>
                </a:solidFill>
              </a:defRPr>
            </a:lvl1pPr>
          </a:lstStyle>
          <a:p>
            <a:r>
              <a:rPr lang="en-GB"/>
              <a:t>Click to edit Master title style</a:t>
            </a:r>
            <a:endParaRPr lang="en-US"/>
          </a:p>
        </p:txBody>
      </p:sp>
      <p:sp>
        <p:nvSpPr>
          <p:cNvPr id="8" name="Text Placeholder 5"/>
          <p:cNvSpPr>
            <a:spLocks noGrp="1"/>
          </p:cNvSpPr>
          <p:nvPr>
            <p:ph type="body" sz="quarter" idx="11" hasCustomPrompt="1"/>
          </p:nvPr>
        </p:nvSpPr>
        <p:spPr>
          <a:xfrm>
            <a:off x="899592" y="1628800"/>
            <a:ext cx="3167583" cy="4536504"/>
          </a:xfrm>
          <a:prstGeom prst="rect">
            <a:avLst/>
          </a:prstGeom>
        </p:spPr>
        <p:txBody>
          <a:bodyPr lIns="0" tIns="0" rIns="0" bIns="0" numCol="1" spcCol="216000"/>
          <a:lstStyle>
            <a:lvl1pPr marL="266700" marR="0" indent="-266700" algn="l" defTabSz="606425" rtl="0" eaLnBrk="1" fontAlgn="base" latinLnBrk="0" hangingPunct="1">
              <a:lnSpc>
                <a:spcPts val="2000"/>
              </a:lnSpc>
              <a:spcBef>
                <a:spcPts val="0"/>
              </a:spcBef>
              <a:spcAft>
                <a:spcPct val="0"/>
              </a:spcAft>
              <a:buClr>
                <a:srgbClr val="1A9DAC"/>
              </a:buClr>
              <a:buSzTx/>
              <a:buFont typeface="+mj-lt"/>
              <a:buAutoNum type="arabicPeriod"/>
              <a:tabLst/>
              <a:defRPr sz="1800" b="0" i="0" baseline="0">
                <a:solidFill>
                  <a:schemeClr val="tx1"/>
                </a:solidFill>
                <a:latin typeface="+mn-lt"/>
                <a:ea typeface="Tahoma"/>
                <a:cs typeface="Tahoma"/>
              </a:defRPr>
            </a:lvl1pPr>
            <a:lvl2pPr marL="541338" indent="-274638">
              <a:buClr>
                <a:srgbClr val="1A9DAC"/>
              </a:buClr>
              <a:buFont typeface="+mj-lt"/>
              <a:buAutoNum type="romanLcPeriod"/>
              <a:defRPr sz="1800" baseline="0">
                <a:latin typeface="+mn-lt"/>
                <a:ea typeface="Tahoma" panose="020B0604030504040204" pitchFamily="34" charset="0"/>
                <a:cs typeface="Tahoma" panose="020B0604030504040204" pitchFamily="34" charset="0"/>
              </a:defRPr>
            </a:lvl2pPr>
            <a:lvl3pPr marL="896938" indent="-266700">
              <a:buClr>
                <a:srgbClr val="1A9DAC"/>
              </a:buClr>
              <a:buFont typeface="Arial" panose="020B0604020202020204" pitchFamily="34" charset="0"/>
              <a:buChar char="̶"/>
              <a:defRPr sz="1800">
                <a:latin typeface="+mn-lt"/>
                <a:ea typeface="Tahoma" panose="020B0604030504040204" pitchFamily="34" charset="0"/>
                <a:cs typeface="Tahoma" panose="020B0604030504040204" pitchFamily="34" charset="0"/>
              </a:defRPr>
            </a:lvl3pPr>
            <a:lvl4pPr marL="1252538" indent="-285750">
              <a:buFont typeface="Arial" panose="020B0604020202020204" pitchFamily="34" charset="0"/>
              <a:buChar char="̶"/>
              <a:defRPr sz="1400">
                <a:latin typeface="+mn-lt"/>
                <a:ea typeface="Tahoma" panose="020B0604030504040204" pitchFamily="34" charset="0"/>
                <a:cs typeface="Tahoma" panose="020B0604030504040204" pitchFamily="34" charset="0"/>
              </a:defRPr>
            </a:lvl4pPr>
          </a:lstStyle>
          <a:p>
            <a:pPr lvl="0"/>
            <a:r>
              <a:rPr lang="en-GB"/>
              <a:t>Click to add text</a:t>
            </a:r>
          </a:p>
          <a:p>
            <a:pPr lvl="1"/>
            <a:r>
              <a:rPr lang="en-GB"/>
              <a:t>Number Position Number 2</a:t>
            </a:r>
          </a:p>
          <a:p>
            <a:pPr lvl="2"/>
            <a:r>
              <a:rPr lang="en-GB"/>
              <a:t>Number Position Number 3</a:t>
            </a:r>
          </a:p>
          <a:p>
            <a:pPr lvl="3"/>
            <a:endParaRPr lang="en-GB"/>
          </a:p>
          <a:p>
            <a:pPr lvl="3"/>
            <a:endParaRPr lang="en-GB"/>
          </a:p>
        </p:txBody>
      </p:sp>
      <p:sp>
        <p:nvSpPr>
          <p:cNvPr id="9" name="Text Placeholder 5"/>
          <p:cNvSpPr>
            <a:spLocks noGrp="1"/>
          </p:cNvSpPr>
          <p:nvPr>
            <p:ph type="body" sz="quarter" idx="12" hasCustomPrompt="1"/>
          </p:nvPr>
        </p:nvSpPr>
        <p:spPr>
          <a:xfrm>
            <a:off x="4284663" y="1628800"/>
            <a:ext cx="3167583" cy="4536504"/>
          </a:xfrm>
          <a:prstGeom prst="rect">
            <a:avLst/>
          </a:prstGeom>
        </p:spPr>
        <p:txBody>
          <a:bodyPr lIns="0" tIns="0" rIns="0" bIns="0" numCol="1" spcCol="216000"/>
          <a:lstStyle>
            <a:lvl1pPr marL="266700" marR="0" indent="-266700" algn="l" defTabSz="606425" rtl="0" eaLnBrk="1" fontAlgn="base" latinLnBrk="0" hangingPunct="1">
              <a:lnSpc>
                <a:spcPts val="2000"/>
              </a:lnSpc>
              <a:spcBef>
                <a:spcPts val="0"/>
              </a:spcBef>
              <a:spcAft>
                <a:spcPct val="0"/>
              </a:spcAft>
              <a:buClr>
                <a:srgbClr val="1A9DAC"/>
              </a:buClr>
              <a:buSzTx/>
              <a:buFont typeface="+mj-lt"/>
              <a:buAutoNum type="arabicPeriod"/>
              <a:tabLst/>
              <a:defRPr sz="1800" b="0" i="0" baseline="0">
                <a:solidFill>
                  <a:schemeClr val="tx1"/>
                </a:solidFill>
                <a:latin typeface="+mn-lt"/>
                <a:ea typeface="Tahoma"/>
                <a:cs typeface="Tahoma"/>
              </a:defRPr>
            </a:lvl1pPr>
            <a:lvl2pPr marL="541338" indent="-274638">
              <a:buClr>
                <a:srgbClr val="1A9DAC"/>
              </a:buClr>
              <a:buFont typeface="+mj-lt"/>
              <a:buAutoNum type="romanLcPeriod"/>
              <a:defRPr sz="1800">
                <a:latin typeface="+mn-lt"/>
                <a:ea typeface="Tahoma" panose="020B0604030504040204" pitchFamily="34" charset="0"/>
                <a:cs typeface="Tahoma" panose="020B0604030504040204" pitchFamily="34" charset="0"/>
              </a:defRPr>
            </a:lvl2pPr>
            <a:lvl3pPr marL="896938" indent="-266700">
              <a:buClr>
                <a:srgbClr val="1A9DAC"/>
              </a:buClr>
              <a:buFont typeface="Arial" panose="020B0604020202020204" pitchFamily="34" charset="0"/>
              <a:buChar char="̶"/>
              <a:defRPr sz="1800">
                <a:latin typeface="+mn-lt"/>
                <a:ea typeface="Tahoma" panose="020B0604030504040204" pitchFamily="34" charset="0"/>
                <a:cs typeface="Tahoma" panose="020B0604030504040204" pitchFamily="34" charset="0"/>
              </a:defRPr>
            </a:lvl3pPr>
            <a:lvl4pPr marL="966788" indent="0">
              <a:buFont typeface="Arial" panose="020B0604020202020204" pitchFamily="34" charset="0"/>
              <a:buNone/>
              <a:defRPr sz="1400">
                <a:latin typeface="+mn-lt"/>
                <a:ea typeface="Tahoma" panose="020B0604030504040204" pitchFamily="34" charset="0"/>
                <a:cs typeface="Tahoma" panose="020B0604030504040204" pitchFamily="34" charset="0"/>
              </a:defRPr>
            </a:lvl4pPr>
          </a:lstStyle>
          <a:p>
            <a:pPr lvl="0"/>
            <a:r>
              <a:rPr lang="en-GB"/>
              <a:t>Click to add text</a:t>
            </a:r>
          </a:p>
          <a:p>
            <a:pPr lvl="1"/>
            <a:r>
              <a:rPr lang="en-GB"/>
              <a:t>Number Position Number 2</a:t>
            </a:r>
          </a:p>
          <a:p>
            <a:pPr lvl="2"/>
            <a:r>
              <a:rPr lang="en-GB"/>
              <a:t>Number Position Number 3</a:t>
            </a:r>
          </a:p>
          <a:p>
            <a:pPr lvl="0"/>
            <a:endParaRPr lang="en-GB"/>
          </a:p>
        </p:txBody>
      </p:sp>
    </p:spTree>
    <p:extLst>
      <p:ext uri="{BB962C8B-B14F-4D97-AF65-F5344CB8AC3E}">
        <p14:creationId xmlns:p14="http://schemas.microsoft.com/office/powerpoint/2010/main" val="211776518"/>
      </p:ext>
    </p:extLst>
  </p:cSld>
  <p:clrMapOvr>
    <a:masterClrMapping/>
  </p:clrMapOvr>
  <p:transition spd="slow">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hart and graph posi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0C80B-5DE2-104C-BCD7-114FA55CDFA5}"/>
              </a:ext>
            </a:extLst>
          </p:cNvPr>
          <p:cNvSpPr>
            <a:spLocks noGrp="1"/>
          </p:cNvSpPr>
          <p:nvPr>
            <p:ph type="title"/>
          </p:nvPr>
        </p:nvSpPr>
        <p:spPr>
          <a:xfrm>
            <a:off x="892515" y="692697"/>
            <a:ext cx="7886700" cy="862064"/>
          </a:xfrm>
        </p:spPr>
        <p:txBody>
          <a:bodyPr/>
          <a:lstStyle>
            <a:lvl1pPr>
              <a:defRPr>
                <a:solidFill>
                  <a:srgbClr val="1A9DAC"/>
                </a:solidFill>
              </a:defRPr>
            </a:lvl1pPr>
          </a:lstStyle>
          <a:p>
            <a:r>
              <a:rPr lang="en-GB"/>
              <a:t>Click to edit Master title style</a:t>
            </a:r>
            <a:endParaRPr lang="en-US"/>
          </a:p>
        </p:txBody>
      </p:sp>
      <p:sp>
        <p:nvSpPr>
          <p:cNvPr id="3" name="Chart Placeholder 2"/>
          <p:cNvSpPr>
            <a:spLocks noGrp="1"/>
          </p:cNvSpPr>
          <p:nvPr>
            <p:ph type="chart" sz="quarter" idx="11"/>
          </p:nvPr>
        </p:nvSpPr>
        <p:spPr>
          <a:xfrm>
            <a:off x="899592" y="1554760"/>
            <a:ext cx="6515620" cy="4538065"/>
          </a:xfrm>
          <a:prstGeom prst="rect">
            <a:avLst/>
          </a:prstGeom>
        </p:spPr>
        <p:txBody>
          <a:bodyPr/>
          <a:lstStyle/>
          <a:p>
            <a:pPr lvl="0"/>
            <a:r>
              <a:rPr lang="en-GB" noProof="0"/>
              <a:t>Click icon to add chart</a:t>
            </a:r>
            <a:endParaRPr lang="en-US" noProof="0"/>
          </a:p>
        </p:txBody>
      </p:sp>
    </p:spTree>
    <p:extLst>
      <p:ext uri="{BB962C8B-B14F-4D97-AF65-F5344CB8AC3E}">
        <p14:creationId xmlns:p14="http://schemas.microsoft.com/office/powerpoint/2010/main" val="947534947"/>
      </p:ext>
    </p:extLst>
  </p:cSld>
  <p:clrMapOvr>
    <a:masterClrMapping/>
  </p:clrMapOvr>
  <p:transition spd="slow">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Narrow column text style with char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465AE-FBB8-C547-A863-8ACFC537D477}"/>
              </a:ext>
            </a:extLst>
          </p:cNvPr>
          <p:cNvSpPr>
            <a:spLocks noGrp="1"/>
          </p:cNvSpPr>
          <p:nvPr>
            <p:ph type="title"/>
          </p:nvPr>
        </p:nvSpPr>
        <p:spPr>
          <a:xfrm>
            <a:off x="899591" y="692696"/>
            <a:ext cx="7886700" cy="936103"/>
          </a:xfrm>
        </p:spPr>
        <p:txBody>
          <a:bodyPr/>
          <a:lstStyle>
            <a:lvl1pPr>
              <a:defRPr>
                <a:solidFill>
                  <a:srgbClr val="1A9DAC"/>
                </a:solidFill>
              </a:defRPr>
            </a:lvl1pPr>
          </a:lstStyle>
          <a:p>
            <a:r>
              <a:rPr lang="en-GB"/>
              <a:t>Click to edit Master title style</a:t>
            </a:r>
            <a:endParaRPr lang="en-US"/>
          </a:p>
        </p:txBody>
      </p:sp>
      <p:sp>
        <p:nvSpPr>
          <p:cNvPr id="6" name="Text Placeholder 5"/>
          <p:cNvSpPr>
            <a:spLocks noGrp="1"/>
          </p:cNvSpPr>
          <p:nvPr>
            <p:ph type="body" sz="quarter" idx="11"/>
          </p:nvPr>
        </p:nvSpPr>
        <p:spPr>
          <a:xfrm>
            <a:off x="899592" y="1628800"/>
            <a:ext cx="3312368" cy="4536504"/>
          </a:xfrm>
          <a:prstGeom prst="rect">
            <a:avLst/>
          </a:prstGeom>
        </p:spPr>
        <p:txBody>
          <a:bodyPr lIns="0" tIns="0" rIns="0" bIns="0" numCol="1" spcCol="216000"/>
          <a:lstStyle>
            <a:lvl1pPr marL="0" marR="0" indent="0" algn="l" defTabSz="606425" rtl="0" eaLnBrk="1" fontAlgn="base" latinLnBrk="0" hangingPunct="1">
              <a:lnSpc>
                <a:spcPts val="2000"/>
              </a:lnSpc>
              <a:spcBef>
                <a:spcPts val="0"/>
              </a:spcBef>
              <a:spcAft>
                <a:spcPct val="0"/>
              </a:spcAft>
              <a:buClrTx/>
              <a:buSzTx/>
              <a:buFontTx/>
              <a:buNone/>
              <a:tabLst/>
              <a:defRPr sz="1800" b="0" i="0" baseline="0">
                <a:solidFill>
                  <a:schemeClr val="tx1"/>
                </a:solidFill>
                <a:latin typeface="+mn-lt"/>
                <a:ea typeface="Tahoma"/>
                <a:cs typeface="Tahoma"/>
              </a:defRPr>
            </a:lvl1pPr>
          </a:lstStyle>
          <a:p>
            <a:pPr lvl="0"/>
            <a:r>
              <a:rPr lang="en-GB"/>
              <a:t>Click to edit Master text styles</a:t>
            </a:r>
          </a:p>
        </p:txBody>
      </p:sp>
      <p:sp>
        <p:nvSpPr>
          <p:cNvPr id="3" name="Chart Placeholder 2"/>
          <p:cNvSpPr>
            <a:spLocks noGrp="1"/>
          </p:cNvSpPr>
          <p:nvPr>
            <p:ph type="chart" sz="quarter" idx="12"/>
          </p:nvPr>
        </p:nvSpPr>
        <p:spPr>
          <a:xfrm>
            <a:off x="4284663" y="1628799"/>
            <a:ext cx="3816350" cy="4464025"/>
          </a:xfrm>
          <a:prstGeom prst="rect">
            <a:avLst/>
          </a:prstGeom>
        </p:spPr>
        <p:txBody>
          <a:bodyPr/>
          <a:lstStyle/>
          <a:p>
            <a:pPr lvl="0"/>
            <a:r>
              <a:rPr lang="en-GB" noProof="0"/>
              <a:t>Click icon to add chart</a:t>
            </a:r>
            <a:endParaRPr lang="en-US" noProof="0"/>
          </a:p>
        </p:txBody>
      </p:sp>
    </p:spTree>
    <p:extLst>
      <p:ext uri="{BB962C8B-B14F-4D97-AF65-F5344CB8AC3E}">
        <p14:creationId xmlns:p14="http://schemas.microsoft.com/office/powerpoint/2010/main" val="1628611724"/>
      </p:ext>
    </p:extLst>
  </p:cSld>
  <p:clrMapOvr>
    <a:masterClrMapping/>
  </p:clrMapOvr>
  <p:transition spd="slow">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Imag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ED979-55B4-3C48-802B-10CF449D32FC}"/>
              </a:ext>
            </a:extLst>
          </p:cNvPr>
          <p:cNvSpPr>
            <a:spLocks noGrp="1"/>
          </p:cNvSpPr>
          <p:nvPr>
            <p:ph type="title"/>
          </p:nvPr>
        </p:nvSpPr>
        <p:spPr>
          <a:xfrm>
            <a:off x="899592" y="692697"/>
            <a:ext cx="7886700" cy="720080"/>
          </a:xfrm>
        </p:spPr>
        <p:txBody>
          <a:bodyPr/>
          <a:lstStyle>
            <a:lvl1pPr>
              <a:defRPr>
                <a:solidFill>
                  <a:srgbClr val="1A9DAC"/>
                </a:solidFill>
              </a:defRPr>
            </a:lvl1pPr>
          </a:lstStyle>
          <a:p>
            <a:r>
              <a:rPr lang="en-GB"/>
              <a:t>Click to edit Master title style</a:t>
            </a:r>
            <a:endParaRPr lang="en-US"/>
          </a:p>
        </p:txBody>
      </p:sp>
      <p:sp>
        <p:nvSpPr>
          <p:cNvPr id="4" name="Picture Placeholder 12">
            <a:extLst>
              <a:ext uri="{C183D7F6-B498-43B3-948B-1728B52AA6E4}">
                <adec:decorative xmlns:adec="http://schemas.microsoft.com/office/drawing/2017/decorative" val="1"/>
              </a:ext>
            </a:extLst>
          </p:cNvPr>
          <p:cNvSpPr>
            <a:spLocks noGrp="1"/>
          </p:cNvSpPr>
          <p:nvPr>
            <p:ph type="pic" sz="quarter" idx="13"/>
          </p:nvPr>
        </p:nvSpPr>
        <p:spPr>
          <a:xfrm>
            <a:off x="11215" y="1412776"/>
            <a:ext cx="9144000" cy="5951190"/>
          </a:xfrm>
          <a:prstGeom prst="rect">
            <a:avLst/>
          </a:prstGeom>
        </p:spPr>
        <p:txBody>
          <a:bodyPr/>
          <a:lstStyle/>
          <a:p>
            <a:r>
              <a:rPr lang="en-GB"/>
              <a:t>Click icon to add picture</a:t>
            </a:r>
            <a:endParaRPr lang="en-US"/>
          </a:p>
        </p:txBody>
      </p:sp>
    </p:spTree>
    <p:extLst>
      <p:ext uri="{BB962C8B-B14F-4D97-AF65-F5344CB8AC3E}">
        <p14:creationId xmlns:p14="http://schemas.microsoft.com/office/powerpoint/2010/main" val="250680606"/>
      </p:ext>
    </p:extLst>
  </p:cSld>
  <p:clrMapOvr>
    <a:masterClrMapping/>
  </p:clrMapOvr>
  <p:transition spd="slow">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AD231-0526-BA4B-A751-485A68D4F146}"/>
              </a:ext>
            </a:extLst>
          </p:cNvPr>
          <p:cNvSpPr>
            <a:spLocks noGrp="1"/>
          </p:cNvSpPr>
          <p:nvPr>
            <p:ph type="title"/>
          </p:nvPr>
        </p:nvSpPr>
        <p:spPr>
          <a:xfrm>
            <a:off x="900112" y="692697"/>
            <a:ext cx="7454131" cy="768356"/>
          </a:xfrm>
        </p:spPr>
        <p:txBody>
          <a:bodyPr/>
          <a:lstStyle>
            <a:lvl1pPr>
              <a:defRPr>
                <a:solidFill>
                  <a:srgbClr val="1A9DAC"/>
                </a:solidFill>
              </a:defRPr>
            </a:lvl1pPr>
          </a:lstStyle>
          <a:p>
            <a:r>
              <a:rPr lang="en-GB"/>
              <a:t>Click to edit Master title style</a:t>
            </a:r>
            <a:endParaRPr lang="en-US"/>
          </a:p>
        </p:txBody>
      </p:sp>
      <p:sp>
        <p:nvSpPr>
          <p:cNvPr id="14" name="Picture Placeholder 12">
            <a:extLst>
              <a:ext uri="{C183D7F6-B498-43B3-948B-1728B52AA6E4}">
                <adec:decorative xmlns:adec="http://schemas.microsoft.com/office/drawing/2017/decorative" val="1"/>
              </a:ext>
            </a:extLst>
          </p:cNvPr>
          <p:cNvSpPr>
            <a:spLocks noGrp="1"/>
          </p:cNvSpPr>
          <p:nvPr>
            <p:ph type="pic" sz="quarter" idx="12"/>
          </p:nvPr>
        </p:nvSpPr>
        <p:spPr>
          <a:xfrm>
            <a:off x="0" y="1461052"/>
            <a:ext cx="3024188" cy="5396948"/>
          </a:xfrm>
          <a:prstGeom prst="rect">
            <a:avLst/>
          </a:prstGeom>
        </p:spPr>
        <p:txBody>
          <a:bodyPr/>
          <a:lstStyle/>
          <a:p>
            <a:r>
              <a:rPr lang="en-GB"/>
              <a:t>Click icon to add picture</a:t>
            </a:r>
            <a:endParaRPr lang="en-US"/>
          </a:p>
        </p:txBody>
      </p:sp>
      <p:sp>
        <p:nvSpPr>
          <p:cNvPr id="15" name="Picture Placeholder 12">
            <a:extLst>
              <a:ext uri="{C183D7F6-B498-43B3-948B-1728B52AA6E4}">
                <adec:decorative xmlns:adec="http://schemas.microsoft.com/office/drawing/2017/decorative" val="1"/>
              </a:ext>
            </a:extLst>
          </p:cNvPr>
          <p:cNvSpPr>
            <a:spLocks noGrp="1"/>
          </p:cNvSpPr>
          <p:nvPr>
            <p:ph type="pic" sz="quarter" idx="13"/>
          </p:nvPr>
        </p:nvSpPr>
        <p:spPr>
          <a:xfrm>
            <a:off x="3059113" y="1461053"/>
            <a:ext cx="3020316" cy="2650572"/>
          </a:xfrm>
          <a:prstGeom prst="rect">
            <a:avLst/>
          </a:prstGeom>
        </p:spPr>
        <p:txBody>
          <a:bodyPr/>
          <a:lstStyle/>
          <a:p>
            <a:r>
              <a:rPr lang="en-GB"/>
              <a:t>Click icon to add picture</a:t>
            </a:r>
            <a:endParaRPr lang="en-US"/>
          </a:p>
        </p:txBody>
      </p:sp>
      <p:sp>
        <p:nvSpPr>
          <p:cNvPr id="17" name="Picture Placeholder 12">
            <a:extLst>
              <a:ext uri="{C183D7F6-B498-43B3-948B-1728B52AA6E4}">
                <adec:decorative xmlns:adec="http://schemas.microsoft.com/office/drawing/2017/decorative" val="1"/>
              </a:ext>
            </a:extLst>
          </p:cNvPr>
          <p:cNvSpPr>
            <a:spLocks noGrp="1"/>
          </p:cNvSpPr>
          <p:nvPr>
            <p:ph type="pic" sz="quarter" idx="14"/>
          </p:nvPr>
        </p:nvSpPr>
        <p:spPr>
          <a:xfrm>
            <a:off x="3059113" y="4149725"/>
            <a:ext cx="3020316" cy="2708275"/>
          </a:xfrm>
          <a:prstGeom prst="rect">
            <a:avLst/>
          </a:prstGeom>
        </p:spPr>
        <p:txBody>
          <a:bodyPr/>
          <a:lstStyle/>
          <a:p>
            <a:r>
              <a:rPr lang="en-GB"/>
              <a:t>Click icon to add picture</a:t>
            </a:r>
            <a:endParaRPr lang="en-US"/>
          </a:p>
        </p:txBody>
      </p:sp>
      <p:sp>
        <p:nvSpPr>
          <p:cNvPr id="13" name="Picture Placeholder 12">
            <a:extLst>
              <a:ext uri="{C183D7F6-B498-43B3-948B-1728B52AA6E4}">
                <adec:decorative xmlns:adec="http://schemas.microsoft.com/office/drawing/2017/decorative" val="1"/>
              </a:ext>
            </a:extLst>
          </p:cNvPr>
          <p:cNvSpPr>
            <a:spLocks noGrp="1"/>
          </p:cNvSpPr>
          <p:nvPr>
            <p:ph type="pic" sz="quarter" idx="11"/>
          </p:nvPr>
        </p:nvSpPr>
        <p:spPr>
          <a:xfrm>
            <a:off x="6118225" y="1461052"/>
            <a:ext cx="3025775" cy="5396948"/>
          </a:xfrm>
          <a:prstGeom prst="rect">
            <a:avLst/>
          </a:prstGeom>
        </p:spPr>
        <p:txBody>
          <a:bodyPr/>
          <a:lstStyle/>
          <a:p>
            <a:r>
              <a:rPr lang="en-GB"/>
              <a:t>Click icon to add picture</a:t>
            </a:r>
            <a:endParaRPr lang="en-US"/>
          </a:p>
        </p:txBody>
      </p:sp>
    </p:spTree>
    <p:extLst>
      <p:ext uri="{BB962C8B-B14F-4D97-AF65-F5344CB8AC3E}">
        <p14:creationId xmlns:p14="http://schemas.microsoft.com/office/powerpoint/2010/main" val="1974219801"/>
      </p:ext>
    </p:extLst>
  </p:cSld>
  <p:clrMapOvr>
    <a:masterClrMapping/>
  </p:clrMapOvr>
  <p:transition spd="slow">
    <p:fade/>
  </p:transition>
  <p:extLst>
    <p:ext uri="{DCECCB84-F9BA-43D5-87BE-67443E8EF086}">
      <p15:sldGuideLst xmlns:p15="http://schemas.microsoft.com/office/powerpoint/2012/main">
        <p15:guide id="1" orient="horz" pos="332" userDrawn="1">
          <p15:clr>
            <a:srgbClr val="FBAE40"/>
          </p15:clr>
        </p15:guide>
        <p15:guide id="2" pos="2880" userDrawn="1">
          <p15:clr>
            <a:srgbClr val="FBAE40"/>
          </p15:clr>
        </p15:guide>
        <p15:guide id="4" pos="3833" userDrawn="1">
          <p15:clr>
            <a:srgbClr val="FBAE40"/>
          </p15:clr>
        </p15:guide>
        <p15:guide id="5" orient="horz" pos="2614" userDrawn="1">
          <p15:clr>
            <a:srgbClr val="FBAE40"/>
          </p15:clr>
        </p15:guide>
        <p15:guide id="6" pos="567" userDrawn="1">
          <p15:clr>
            <a:srgbClr val="FBAE40"/>
          </p15:clr>
        </p15:guide>
        <p15:guide id="8" pos="1927" userDrawn="1">
          <p15:clr>
            <a:srgbClr val="FBAE40"/>
          </p15:clr>
        </p15:guide>
        <p15:guide id="9" pos="3854" userDrawn="1">
          <p15:clr>
            <a:srgbClr val="FBAE40"/>
          </p15:clr>
        </p15:guide>
        <p15:guide id="10" orient="horz" pos="259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E2A74-33A9-1E47-9EBD-B4B8BA3C3C75}"/>
              </a:ext>
            </a:extLst>
          </p:cNvPr>
          <p:cNvSpPr>
            <a:spLocks noGrp="1"/>
          </p:cNvSpPr>
          <p:nvPr>
            <p:ph type="title"/>
          </p:nvPr>
        </p:nvSpPr>
        <p:spPr>
          <a:xfrm>
            <a:off x="458065" y="692696"/>
            <a:ext cx="7886700" cy="768356"/>
          </a:xfrm>
        </p:spPr>
        <p:txBody>
          <a:bodyPr/>
          <a:lstStyle/>
          <a:p>
            <a:r>
              <a:rPr lang="en-GB"/>
              <a:t>Click to edit Master title style</a:t>
            </a:r>
            <a:endParaRPr lang="en-US"/>
          </a:p>
        </p:txBody>
      </p:sp>
      <p:sp>
        <p:nvSpPr>
          <p:cNvPr id="8" name="Text Placeholder 5"/>
          <p:cNvSpPr>
            <a:spLocks noGrp="1"/>
          </p:cNvSpPr>
          <p:nvPr>
            <p:ph type="body" sz="quarter" idx="15" hasCustomPrompt="1"/>
          </p:nvPr>
        </p:nvSpPr>
        <p:spPr>
          <a:xfrm>
            <a:off x="458065" y="1461052"/>
            <a:ext cx="2547073" cy="4536504"/>
          </a:xfrm>
          <a:prstGeom prst="rect">
            <a:avLst/>
          </a:prstGeom>
        </p:spPr>
        <p:txBody>
          <a:bodyPr lIns="0" tIns="0" rIns="0" bIns="0" numCol="1" spcCol="216000"/>
          <a:lstStyle>
            <a:lvl1pPr marL="285750" marR="0" indent="-285750" algn="l" defTabSz="606425" rtl="0" eaLnBrk="1" fontAlgn="base" latinLnBrk="0" hangingPunct="1">
              <a:lnSpc>
                <a:spcPts val="2000"/>
              </a:lnSpc>
              <a:spcBef>
                <a:spcPts val="0"/>
              </a:spcBef>
              <a:spcAft>
                <a:spcPct val="0"/>
              </a:spcAft>
              <a:buClr>
                <a:srgbClr val="1A9DAC"/>
              </a:buClr>
              <a:buSzTx/>
              <a:buFont typeface="Arial" panose="020B0604020202020204" pitchFamily="34" charset="0"/>
              <a:buChar char="•"/>
              <a:tabLst/>
              <a:defRPr sz="1800" b="0" i="0" baseline="0">
                <a:solidFill>
                  <a:schemeClr val="tx1"/>
                </a:solidFill>
                <a:latin typeface="+mn-lt"/>
                <a:ea typeface="Tahoma" panose="020B0604030504040204" pitchFamily="34" charset="0"/>
                <a:cs typeface="Tahoma" panose="020B0604030504040204" pitchFamily="34" charset="0"/>
              </a:defRPr>
            </a:lvl1pPr>
            <a:lvl2pPr marL="541338" indent="-274638">
              <a:buClr>
                <a:srgbClr val="1A9DAC"/>
              </a:buClr>
              <a:buFont typeface="Courier New" panose="02070309020205020404" pitchFamily="49" charset="0"/>
              <a:buChar char="o"/>
              <a:defRPr sz="1800">
                <a:latin typeface="+mn-lt"/>
                <a:ea typeface="Tahoma" panose="020B0604030504040204" pitchFamily="34" charset="0"/>
                <a:cs typeface="Tahoma" panose="020B0604030504040204" pitchFamily="34" charset="0"/>
              </a:defRPr>
            </a:lvl2pPr>
            <a:lvl3pPr marL="808038" indent="-177800">
              <a:buClr>
                <a:srgbClr val="1A9DAC"/>
              </a:buClr>
              <a:buFont typeface="Arial" panose="020B0604020202020204" pitchFamily="34" charset="0"/>
              <a:buChar char="̶"/>
              <a:defRPr sz="1800">
                <a:latin typeface="+mn-lt"/>
                <a:ea typeface="Tahoma" panose="020B0604030504040204" pitchFamily="34" charset="0"/>
                <a:cs typeface="Tahoma" panose="020B0604030504040204" pitchFamily="34" charset="0"/>
              </a:defRPr>
            </a:lvl3pPr>
            <a:lvl4pPr marL="1163638" indent="-301625">
              <a:defRPr sz="1400">
                <a:latin typeface="+mn-lt"/>
                <a:ea typeface="Tahoma" panose="020B0604030504040204" pitchFamily="34" charset="0"/>
                <a:cs typeface="Tahoma" panose="020B0604030504040204" pitchFamily="34" charset="0"/>
              </a:defRPr>
            </a:lvl4pPr>
          </a:lstStyle>
          <a:p>
            <a:pPr lvl="0"/>
            <a:r>
              <a:rPr lang="en-GB"/>
              <a:t>Click to add text</a:t>
            </a:r>
          </a:p>
          <a:p>
            <a:pPr lvl="1"/>
            <a:r>
              <a:rPr lang="en-GB"/>
              <a:t>Second Bullet Point</a:t>
            </a:r>
          </a:p>
          <a:p>
            <a:pPr lvl="2"/>
            <a:r>
              <a:rPr lang="en-GB"/>
              <a:t>Third Bullet Point</a:t>
            </a:r>
          </a:p>
          <a:p>
            <a:pPr lvl="3"/>
            <a:endParaRPr lang="en-GB"/>
          </a:p>
        </p:txBody>
      </p:sp>
      <p:sp>
        <p:nvSpPr>
          <p:cNvPr id="5" name="Picture Placeholder 12">
            <a:extLst>
              <a:ext uri="{C183D7F6-B498-43B3-948B-1728B52AA6E4}">
                <adec:decorative xmlns:adec="http://schemas.microsoft.com/office/drawing/2017/decorative" val="1"/>
              </a:ext>
            </a:extLst>
          </p:cNvPr>
          <p:cNvSpPr>
            <a:spLocks noGrp="1"/>
          </p:cNvSpPr>
          <p:nvPr>
            <p:ph type="pic" sz="quarter" idx="11"/>
          </p:nvPr>
        </p:nvSpPr>
        <p:spPr>
          <a:xfrm>
            <a:off x="3041650" y="1461052"/>
            <a:ext cx="3043238" cy="5396948"/>
          </a:xfrm>
          <a:prstGeom prst="rect">
            <a:avLst/>
          </a:prstGeom>
        </p:spPr>
        <p:txBody>
          <a:bodyPr/>
          <a:lstStyle/>
          <a:p>
            <a:r>
              <a:rPr lang="en-GB"/>
              <a:t>Click icon to add picture</a:t>
            </a:r>
            <a:endParaRPr lang="en-US"/>
          </a:p>
        </p:txBody>
      </p:sp>
      <p:sp>
        <p:nvSpPr>
          <p:cNvPr id="6" name="Picture Placeholder 12">
            <a:extLst>
              <a:ext uri="{C183D7F6-B498-43B3-948B-1728B52AA6E4}">
                <adec:decorative xmlns:adec="http://schemas.microsoft.com/office/drawing/2017/decorative" val="1"/>
              </a:ext>
            </a:extLst>
          </p:cNvPr>
          <p:cNvSpPr>
            <a:spLocks noGrp="1"/>
          </p:cNvSpPr>
          <p:nvPr>
            <p:ph type="pic" sz="quarter" idx="13"/>
          </p:nvPr>
        </p:nvSpPr>
        <p:spPr>
          <a:xfrm>
            <a:off x="6121400" y="1461053"/>
            <a:ext cx="3022599" cy="2650572"/>
          </a:xfrm>
          <a:prstGeom prst="rect">
            <a:avLst/>
          </a:prstGeom>
        </p:spPr>
        <p:txBody>
          <a:bodyPr/>
          <a:lstStyle/>
          <a:p>
            <a:r>
              <a:rPr lang="en-GB"/>
              <a:t>Click icon to add picture</a:t>
            </a:r>
            <a:endParaRPr lang="en-US"/>
          </a:p>
        </p:txBody>
      </p:sp>
      <p:sp>
        <p:nvSpPr>
          <p:cNvPr id="7" name="Picture Placeholder 12">
            <a:extLst>
              <a:ext uri="{C183D7F6-B498-43B3-948B-1728B52AA6E4}">
                <adec:decorative xmlns:adec="http://schemas.microsoft.com/office/drawing/2017/decorative" val="1"/>
              </a:ext>
            </a:extLst>
          </p:cNvPr>
          <p:cNvSpPr>
            <a:spLocks noGrp="1"/>
          </p:cNvSpPr>
          <p:nvPr>
            <p:ph type="pic" sz="quarter" idx="14"/>
          </p:nvPr>
        </p:nvSpPr>
        <p:spPr>
          <a:xfrm>
            <a:off x="6121400" y="4146550"/>
            <a:ext cx="3022600" cy="2711450"/>
          </a:xfrm>
          <a:prstGeom prst="rect">
            <a:avLst/>
          </a:prstGeom>
        </p:spPr>
        <p:txBody>
          <a:bodyPr/>
          <a:lstStyle/>
          <a:p>
            <a:r>
              <a:rPr lang="en-GB"/>
              <a:t>Click icon to add picture</a:t>
            </a:r>
            <a:endParaRPr lang="en-US"/>
          </a:p>
        </p:txBody>
      </p:sp>
    </p:spTree>
    <p:extLst>
      <p:ext uri="{BB962C8B-B14F-4D97-AF65-F5344CB8AC3E}">
        <p14:creationId xmlns:p14="http://schemas.microsoft.com/office/powerpoint/2010/main" val="276145381"/>
      </p:ext>
    </p:extLst>
  </p:cSld>
  <p:clrMapOvr>
    <a:masterClrMapping/>
  </p:clrMapOvr>
  <p:transition spd="slow">
    <p:fade/>
  </p:transition>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guide id="3" pos="3856" userDrawn="1">
          <p15:clr>
            <a:srgbClr val="FBAE40"/>
          </p15:clr>
        </p15:guide>
        <p15:guide id="4" pos="3833" userDrawn="1">
          <p15:clr>
            <a:srgbClr val="FBAE40"/>
          </p15:clr>
        </p15:guide>
        <p15:guide id="6" orient="horz" pos="2590" userDrawn="1">
          <p15:clr>
            <a:srgbClr val="FBAE40"/>
          </p15:clr>
        </p15:guide>
        <p15:guide id="7" orient="horz" pos="2612"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AFF90F4-0461-4994-8ECC-80648A92CC4D}"/>
              </a:ext>
            </a:extLst>
          </p:cNvPr>
          <p:cNvSpPr>
            <a:spLocks noGrp="1"/>
          </p:cNvSpPr>
          <p:nvPr>
            <p:ph type="title"/>
          </p:nvPr>
        </p:nvSpPr>
        <p:spPr>
          <a:xfrm>
            <a:off x="458065" y="692697"/>
            <a:ext cx="7886700" cy="1224136"/>
          </a:xfrm>
        </p:spPr>
        <p:txBody>
          <a:bodyPr/>
          <a:lstStyle/>
          <a:p>
            <a:r>
              <a:rPr lang="en-GB"/>
              <a:t>Click to edit Master title style</a:t>
            </a:r>
            <a:endParaRPr lang="en-US"/>
          </a:p>
        </p:txBody>
      </p:sp>
      <p:sp>
        <p:nvSpPr>
          <p:cNvPr id="13" name="Text Placeholder 12"/>
          <p:cNvSpPr>
            <a:spLocks noGrp="1"/>
          </p:cNvSpPr>
          <p:nvPr>
            <p:ph type="body" sz="quarter" idx="12"/>
          </p:nvPr>
        </p:nvSpPr>
        <p:spPr>
          <a:xfrm>
            <a:off x="1042988" y="1916832"/>
            <a:ext cx="7058025" cy="3528392"/>
          </a:xfrm>
          <a:prstGeom prst="rect">
            <a:avLst/>
          </a:prstGeom>
        </p:spPr>
        <p:txBody>
          <a:bodyPr/>
          <a:lstStyle>
            <a:lvl1pPr marL="0" indent="0">
              <a:lnSpc>
                <a:spcPts val="3600"/>
              </a:lnSpc>
              <a:buNone/>
              <a:defRPr sz="2800" b="0" i="1" baseline="0">
                <a:solidFill>
                  <a:srgbClr val="1A9DAC"/>
                </a:solidFill>
                <a:latin typeface="+mj-lt"/>
              </a:defRPr>
            </a:lvl1pPr>
            <a:lvl2pPr marL="609600" indent="0">
              <a:lnSpc>
                <a:spcPts val="3600"/>
              </a:lnSpc>
              <a:buNone/>
              <a:defRPr sz="2800" b="0" i="1" baseline="0">
                <a:solidFill>
                  <a:srgbClr val="1A9DAC"/>
                </a:solidFill>
                <a:latin typeface="+mj-lt"/>
              </a:defRPr>
            </a:lvl2pPr>
            <a:lvl3pPr marL="1219200" indent="0">
              <a:lnSpc>
                <a:spcPts val="3600"/>
              </a:lnSpc>
              <a:buNone/>
              <a:defRPr sz="2800" b="0" i="1" baseline="0">
                <a:solidFill>
                  <a:srgbClr val="1A9DAC"/>
                </a:solidFill>
                <a:latin typeface="+mj-lt"/>
              </a:defRPr>
            </a:lvl3pPr>
            <a:lvl4pPr marL="1828800" indent="0">
              <a:lnSpc>
                <a:spcPts val="3600"/>
              </a:lnSpc>
              <a:buNone/>
              <a:defRPr sz="2800" b="0" i="1" baseline="0">
                <a:solidFill>
                  <a:srgbClr val="1A9DAC"/>
                </a:solidFill>
                <a:latin typeface="+mj-lt"/>
              </a:defRPr>
            </a:lvl4pPr>
            <a:lvl5pPr marL="2438400" indent="0">
              <a:lnSpc>
                <a:spcPts val="3600"/>
              </a:lnSpc>
              <a:buNone/>
              <a:defRPr sz="2800" b="0" i="1" baseline="0">
                <a:solidFill>
                  <a:srgbClr val="1A9DAC"/>
                </a:solidFill>
                <a:latin typeface="+mj-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15" name="Text Placeholder 14"/>
          <p:cNvSpPr>
            <a:spLocks noGrp="1"/>
          </p:cNvSpPr>
          <p:nvPr>
            <p:ph type="body" sz="quarter" idx="13"/>
          </p:nvPr>
        </p:nvSpPr>
        <p:spPr>
          <a:xfrm>
            <a:off x="1042988" y="5661025"/>
            <a:ext cx="7058025" cy="1196975"/>
          </a:xfrm>
          <a:prstGeom prst="rect">
            <a:avLst/>
          </a:prstGeom>
        </p:spPr>
        <p:txBody>
          <a:bodyPr/>
          <a:lstStyle>
            <a:lvl1pPr marL="0" indent="0" algn="r">
              <a:lnSpc>
                <a:spcPts val="1800"/>
              </a:lnSpc>
              <a:buNone/>
              <a:defRPr sz="1800" baseline="0">
                <a:solidFill>
                  <a:schemeClr val="tx1"/>
                </a:solidFill>
                <a:latin typeface="+mn-lt"/>
              </a:defRPr>
            </a:lvl1pPr>
            <a:lvl2pPr marL="609600" indent="0" algn="r">
              <a:lnSpc>
                <a:spcPts val="1800"/>
              </a:lnSpc>
              <a:buNone/>
              <a:defRPr sz="1800" baseline="0">
                <a:solidFill>
                  <a:schemeClr val="tx1"/>
                </a:solidFill>
                <a:latin typeface="+mn-lt"/>
              </a:defRPr>
            </a:lvl2pPr>
            <a:lvl3pPr marL="1219200" indent="0" algn="r">
              <a:lnSpc>
                <a:spcPts val="1800"/>
              </a:lnSpc>
              <a:buNone/>
              <a:defRPr sz="1800" baseline="0">
                <a:solidFill>
                  <a:schemeClr val="tx1"/>
                </a:solidFill>
                <a:latin typeface="+mn-lt"/>
              </a:defRPr>
            </a:lvl3pPr>
            <a:lvl4pPr marL="1828800" indent="0" algn="r">
              <a:lnSpc>
                <a:spcPts val="1800"/>
              </a:lnSpc>
              <a:buNone/>
              <a:defRPr sz="1800" baseline="0">
                <a:solidFill>
                  <a:schemeClr val="tx1"/>
                </a:solidFill>
                <a:latin typeface="+mn-lt"/>
              </a:defRPr>
            </a:lvl4pPr>
            <a:lvl5pPr marL="2438400" indent="0" algn="r">
              <a:lnSpc>
                <a:spcPts val="1800"/>
              </a:lnSpc>
              <a:buNone/>
              <a:defRPr sz="1800" baseline="0">
                <a:solidFill>
                  <a:schemeClr val="tx1"/>
                </a:solidFill>
                <a:latin typeface="+mn-lt"/>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Tree>
    <p:extLst>
      <p:ext uri="{BB962C8B-B14F-4D97-AF65-F5344CB8AC3E}">
        <p14:creationId xmlns:p14="http://schemas.microsoft.com/office/powerpoint/2010/main" val="421206941"/>
      </p:ext>
    </p:extLst>
  </p:cSld>
  <p:clrMapOvr>
    <a:masterClrMapping/>
  </p:clrMapOvr>
  <p:transition spd="slow">
    <p:fade/>
  </p:transition>
  <p:extLst>
    <p:ext uri="{DCECCB84-F9BA-43D5-87BE-67443E8EF086}">
      <p15:sldGuideLst xmlns:p15="http://schemas.microsoft.com/office/powerpoint/2012/main">
        <p15:guide id="1" orient="horz" pos="2160" userDrawn="1">
          <p15:clr>
            <a:srgbClr val="FBAE40"/>
          </p15:clr>
        </p15:guide>
        <p15:guide id="2" pos="2880" userDrawn="1">
          <p15:clr>
            <a:srgbClr val="FBAE40"/>
          </p15:clr>
        </p15:guide>
        <p15:guide id="3" orient="horz" pos="572"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BC024-4559-4C02-9AB3-98D956AC73B6}"/>
              </a:ext>
            </a:extLst>
          </p:cNvPr>
          <p:cNvSpPr>
            <a:spLocks noGrp="1"/>
          </p:cNvSpPr>
          <p:nvPr>
            <p:ph type="title"/>
          </p:nvPr>
        </p:nvSpPr>
        <p:spPr/>
        <p:txBody>
          <a:bodyPr/>
          <a:lstStyle/>
          <a:p>
            <a:r>
              <a:rPr lang="en-GB"/>
              <a:t>Click to edit Master title style</a:t>
            </a:r>
          </a:p>
        </p:txBody>
      </p:sp>
      <p:sp>
        <p:nvSpPr>
          <p:cNvPr id="4" name="Text Placeholder 3">
            <a:extLst>
              <a:ext uri="{FF2B5EF4-FFF2-40B4-BE49-F238E27FC236}">
                <a16:creationId xmlns:a16="http://schemas.microsoft.com/office/drawing/2014/main" id="{E8E056E6-17B0-445E-93EC-A3A4B42B212F}"/>
              </a:ext>
            </a:extLst>
          </p:cNvPr>
          <p:cNvSpPr>
            <a:spLocks noGrp="1"/>
          </p:cNvSpPr>
          <p:nvPr>
            <p:ph type="body" sz="quarter" idx="10" hasCustomPrompt="1"/>
          </p:nvPr>
        </p:nvSpPr>
        <p:spPr>
          <a:xfrm>
            <a:off x="467544" y="2349500"/>
            <a:ext cx="4104456" cy="2879725"/>
          </a:xfrm>
          <a:prstGeom prst="rect">
            <a:avLst/>
          </a:prstGeom>
        </p:spPr>
        <p:txBody>
          <a:bodyPr/>
          <a:lstStyle>
            <a:lvl1pPr marL="0" indent="0">
              <a:buFont typeface="Arial" panose="020B0604020202020204" pitchFamily="34" charset="0"/>
              <a:buNone/>
              <a:defRPr sz="13000">
                <a:solidFill>
                  <a:srgbClr val="199DAC"/>
                </a:solidFill>
              </a:defRPr>
            </a:lvl1pPr>
            <a:lvl2pPr marL="609600" indent="0">
              <a:buNone/>
              <a:defRPr>
                <a:solidFill>
                  <a:srgbClr val="16818D"/>
                </a:solidFill>
              </a:defRPr>
            </a:lvl2pPr>
            <a:lvl3pPr marL="1219200" indent="0">
              <a:buNone/>
              <a:defRPr>
                <a:solidFill>
                  <a:srgbClr val="16818D"/>
                </a:solidFill>
              </a:defRPr>
            </a:lvl3pPr>
            <a:lvl4pPr marL="1828800" indent="0">
              <a:buNone/>
              <a:defRPr>
                <a:solidFill>
                  <a:srgbClr val="16818D"/>
                </a:solidFill>
              </a:defRPr>
            </a:lvl4pPr>
            <a:lvl5pPr marL="2438400" indent="0">
              <a:buNone/>
              <a:defRPr>
                <a:solidFill>
                  <a:srgbClr val="16818D"/>
                </a:solidFill>
              </a:defRPr>
            </a:lvl5pPr>
          </a:lstStyle>
          <a:p>
            <a:pPr lvl="0"/>
            <a:r>
              <a:rPr lang="en-US"/>
              <a:t>100%</a:t>
            </a:r>
            <a:endParaRPr lang="en-GB"/>
          </a:p>
        </p:txBody>
      </p:sp>
      <p:sp>
        <p:nvSpPr>
          <p:cNvPr id="6" name="Text Placeholder 5">
            <a:extLst>
              <a:ext uri="{FF2B5EF4-FFF2-40B4-BE49-F238E27FC236}">
                <a16:creationId xmlns:a16="http://schemas.microsoft.com/office/drawing/2014/main" id="{0212DBA2-E4CA-4633-9C0C-58EB9F03F1E2}"/>
              </a:ext>
            </a:extLst>
          </p:cNvPr>
          <p:cNvSpPr>
            <a:spLocks noGrp="1"/>
          </p:cNvSpPr>
          <p:nvPr>
            <p:ph type="body" sz="quarter" idx="11"/>
          </p:nvPr>
        </p:nvSpPr>
        <p:spPr>
          <a:xfrm>
            <a:off x="4716016" y="2349500"/>
            <a:ext cx="3672334" cy="2879725"/>
          </a:xfrm>
          <a:prstGeom prst="rect">
            <a:avLst/>
          </a:prstGeom>
        </p:spPr>
        <p:txBody>
          <a:bodyPr/>
          <a:lstStyle>
            <a:lvl1pPr marL="0" indent="0">
              <a:buNone/>
              <a:defRPr sz="1800">
                <a:solidFill>
                  <a:srgbClr val="199DAC"/>
                </a:solidFill>
              </a:defRPr>
            </a:lvl1pPr>
            <a:lvl2pPr marL="609600" indent="0">
              <a:buNone/>
              <a:defRPr sz="1800">
                <a:solidFill>
                  <a:srgbClr val="199DAC"/>
                </a:solidFill>
              </a:defRPr>
            </a:lvl2pPr>
            <a:lvl3pPr marL="1219200" indent="0">
              <a:buNone/>
              <a:defRPr sz="1800">
                <a:solidFill>
                  <a:srgbClr val="199DAC"/>
                </a:solidFill>
              </a:defRPr>
            </a:lvl3pPr>
            <a:lvl4pPr marL="1828800" indent="0">
              <a:buNone/>
              <a:defRPr sz="1800">
                <a:solidFill>
                  <a:srgbClr val="199DAC"/>
                </a:solidFill>
              </a:defRPr>
            </a:lvl4pPr>
            <a:lvl5pPr marL="2438400" indent="0">
              <a:buNone/>
              <a:defRPr sz="1800">
                <a:solidFill>
                  <a:srgbClr val="199DAC"/>
                </a:solidFil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8" name="Text Placeholder 7">
            <a:extLst>
              <a:ext uri="{FF2B5EF4-FFF2-40B4-BE49-F238E27FC236}">
                <a16:creationId xmlns:a16="http://schemas.microsoft.com/office/drawing/2014/main" id="{E6D44D0B-0878-42C4-9A43-6D580C188C57}"/>
              </a:ext>
            </a:extLst>
          </p:cNvPr>
          <p:cNvSpPr>
            <a:spLocks noGrp="1"/>
          </p:cNvSpPr>
          <p:nvPr>
            <p:ph type="body" sz="quarter" idx="12"/>
          </p:nvPr>
        </p:nvSpPr>
        <p:spPr>
          <a:xfrm>
            <a:off x="628650" y="5157192"/>
            <a:ext cx="7472363" cy="792162"/>
          </a:xfrm>
          <a:prstGeom prst="rect">
            <a:avLst/>
          </a:prstGeom>
        </p:spPr>
        <p:txBody>
          <a:bodyPr/>
          <a:lstStyle>
            <a:lvl1pPr marL="0" indent="0" algn="r">
              <a:buNone/>
              <a:defRPr sz="1800"/>
            </a:lvl1pPr>
            <a:lvl2pPr marL="609600" indent="0" algn="r">
              <a:buNone/>
              <a:defRPr sz="1800"/>
            </a:lvl2pPr>
            <a:lvl3pPr marL="1219200" indent="0" algn="r">
              <a:buNone/>
              <a:defRPr sz="1800"/>
            </a:lvl3pPr>
            <a:lvl4pPr marL="1828800" indent="0" algn="r">
              <a:buNone/>
              <a:defRPr sz="1800"/>
            </a:lvl4pPr>
            <a:lvl5pPr marL="2438400" indent="0" algn="r">
              <a:buNone/>
              <a:defRPr sz="1800"/>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Tree>
    <p:extLst>
      <p:ext uri="{BB962C8B-B14F-4D97-AF65-F5344CB8AC3E}">
        <p14:creationId xmlns:p14="http://schemas.microsoft.com/office/powerpoint/2010/main" val="1465793842"/>
      </p:ext>
    </p:extLst>
  </p:cSld>
  <p:clrMapOvr>
    <a:masterClrMapping/>
  </p:clrMapOvr>
  <p:transition spd="slow">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6D7E385-10D3-CC4C-B8C0-4CD9D91D4F44}"/>
              </a:ext>
              <a:ext uri="{C183D7F6-B498-43B3-948B-1728B52AA6E4}">
                <adec:decorative xmlns:adec="http://schemas.microsoft.com/office/drawing/2017/decorative" val="1"/>
              </a:ext>
            </a:extLst>
          </p:cNvPr>
          <p:cNvPicPr>
            <a:picLocks noChangeAspect="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7236296" y="0"/>
            <a:ext cx="1081087" cy="539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itle Placeholder 3">
            <a:extLst>
              <a:ext uri="{FF2B5EF4-FFF2-40B4-BE49-F238E27FC236}">
                <a16:creationId xmlns:a16="http://schemas.microsoft.com/office/drawing/2014/main" id="{3631A212-DAA8-B544-9BA8-9F3465AA8AB6}"/>
              </a:ext>
            </a:extLst>
          </p:cNvPr>
          <p:cNvSpPr>
            <a:spLocks noGrp="1"/>
          </p:cNvSpPr>
          <p:nvPr>
            <p:ph type="title"/>
          </p:nvPr>
        </p:nvSpPr>
        <p:spPr>
          <a:xfrm>
            <a:off x="628650" y="692696"/>
            <a:ext cx="7886700" cy="1325563"/>
          </a:xfrm>
          <a:prstGeom prst="rect">
            <a:avLst/>
          </a:prstGeom>
        </p:spPr>
        <p:txBody>
          <a:bodyPr vert="horz" lIns="0" tIns="0" rIns="0" bIns="0" rtlCol="0" anchor="t" anchorCtr="0">
            <a:normAutofit/>
          </a:bodyPr>
          <a:lstStyle/>
          <a:p>
            <a:r>
              <a:rPr lang="en-GB"/>
              <a:t>Click to edit Master title style</a:t>
            </a:r>
            <a:endParaRPr lang="en-US"/>
          </a:p>
        </p:txBody>
      </p:sp>
    </p:spTree>
  </p:cSld>
  <p:clrMap bg1="lt1" tx1="dk1" bg2="lt2" tx2="dk2" accent1="accent1" accent2="accent2" accent3="accent3" accent4="accent4" accent5="accent5" accent6="accent6" hlink="hlink" folHlink="folHlink"/>
  <p:sldLayoutIdLst>
    <p:sldLayoutId id="2147483962" r:id="rId1"/>
    <p:sldLayoutId id="2147483963" r:id="rId2"/>
    <p:sldLayoutId id="2147483964" r:id="rId3"/>
    <p:sldLayoutId id="2147483965" r:id="rId4"/>
    <p:sldLayoutId id="2147483966" r:id="rId5"/>
    <p:sldLayoutId id="2147483967" r:id="rId6"/>
    <p:sldLayoutId id="2147483968" r:id="rId7"/>
    <p:sldLayoutId id="2147483969" r:id="rId8"/>
    <p:sldLayoutId id="2147483970" r:id="rId9"/>
    <p:sldLayoutId id="2147483971" r:id="rId10"/>
    <p:sldLayoutId id="2147483972" r:id="rId11"/>
    <p:sldLayoutId id="2147483973" r:id="rId12"/>
    <p:sldLayoutId id="2147483974" r:id="rId13"/>
    <p:sldLayoutId id="2147483976" r:id="rId14"/>
  </p:sldLayoutIdLst>
  <p:transition spd="slow">
    <p:fade/>
  </p:transition>
  <p:txStyles>
    <p:titleStyle>
      <a:lvl1pPr algn="l" defTabSz="606425" rtl="0" eaLnBrk="1" fontAlgn="base" hangingPunct="1">
        <a:spcBef>
          <a:spcPct val="0"/>
        </a:spcBef>
        <a:spcAft>
          <a:spcPct val="0"/>
        </a:spcAft>
        <a:defRPr sz="3600" kern="1200">
          <a:solidFill>
            <a:srgbClr val="1A9DAC"/>
          </a:solidFill>
          <a:latin typeface="+mj-lt"/>
          <a:ea typeface="ＭＳ Ｐゴシック" charset="0"/>
          <a:cs typeface="ＭＳ Ｐゴシック" charset="0"/>
        </a:defRPr>
      </a:lvl1pPr>
      <a:lvl2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2pPr>
      <a:lvl3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3pPr>
      <a:lvl4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4pPr>
      <a:lvl5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5pPr>
      <a:lvl6pPr marL="609555"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6pPr>
      <a:lvl7pPr marL="1219110"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7pPr>
      <a:lvl8pPr marL="1828664"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8pPr>
      <a:lvl9pPr marL="2438218"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9pPr>
    </p:titleStyle>
    <p:bodyStyle>
      <a:lvl1pPr marL="454025" indent="-454025" algn="l" defTabSz="606425" rtl="0" eaLnBrk="1" fontAlgn="base" hangingPunct="1">
        <a:spcBef>
          <a:spcPct val="20000"/>
        </a:spcBef>
        <a:spcAft>
          <a:spcPct val="0"/>
        </a:spcAft>
        <a:buFont typeface="Arial" charset="0"/>
        <a:buChar char="•"/>
        <a:defRPr sz="4200" kern="1200">
          <a:solidFill>
            <a:schemeClr val="tx1"/>
          </a:solidFill>
          <a:latin typeface="+mn-lt"/>
          <a:ea typeface="ＭＳ Ｐゴシック" charset="0"/>
          <a:cs typeface="ＭＳ Ｐゴシック" charset="0"/>
        </a:defRPr>
      </a:lvl1pPr>
      <a:lvl2pPr marL="987425" indent="-377825" algn="l" defTabSz="606425" rtl="0" eaLnBrk="1" fontAlgn="base" hangingPunct="1">
        <a:spcBef>
          <a:spcPct val="20000"/>
        </a:spcBef>
        <a:spcAft>
          <a:spcPct val="0"/>
        </a:spcAft>
        <a:buFont typeface="Arial" charset="0"/>
        <a:buChar char="–"/>
        <a:defRPr sz="3700" kern="1200">
          <a:solidFill>
            <a:schemeClr val="tx1"/>
          </a:solidFill>
          <a:latin typeface="+mn-lt"/>
          <a:ea typeface="ＭＳ Ｐゴシック" charset="0"/>
          <a:cs typeface="+mn-cs"/>
        </a:defRPr>
      </a:lvl2pPr>
      <a:lvl3pPr marL="1520825" indent="-301625" algn="l" defTabSz="606425" rtl="0" eaLnBrk="1" fontAlgn="base" hangingPunct="1">
        <a:spcBef>
          <a:spcPct val="20000"/>
        </a:spcBef>
        <a:spcAft>
          <a:spcPct val="0"/>
        </a:spcAft>
        <a:buFont typeface="Arial" charset="0"/>
        <a:buChar char="•"/>
        <a:defRPr sz="3200" kern="1200">
          <a:solidFill>
            <a:schemeClr val="tx1"/>
          </a:solidFill>
          <a:latin typeface="+mn-lt"/>
          <a:ea typeface="ＭＳ Ｐゴシック" charset="0"/>
          <a:cs typeface="+mn-cs"/>
        </a:defRPr>
      </a:lvl3pPr>
      <a:lvl4pPr marL="2130425" indent="-301625" algn="l" defTabSz="606425" rtl="0" eaLnBrk="1" fontAlgn="base" hangingPunct="1">
        <a:spcBef>
          <a:spcPct val="20000"/>
        </a:spcBef>
        <a:spcAft>
          <a:spcPct val="0"/>
        </a:spcAft>
        <a:buFont typeface="Arial" charset="0"/>
        <a:buChar char="–"/>
        <a:defRPr sz="2600" kern="1200">
          <a:solidFill>
            <a:schemeClr val="tx1"/>
          </a:solidFill>
          <a:latin typeface="+mn-lt"/>
          <a:ea typeface="ＭＳ Ｐゴシック" charset="0"/>
          <a:cs typeface="+mn-cs"/>
        </a:defRPr>
      </a:lvl4pPr>
      <a:lvl5pPr marL="2740025" indent="-301625" algn="l" defTabSz="606425" rtl="0" eaLnBrk="1" fontAlgn="base" hangingPunct="1">
        <a:spcBef>
          <a:spcPct val="20000"/>
        </a:spcBef>
        <a:spcAft>
          <a:spcPct val="0"/>
        </a:spcAft>
        <a:buFont typeface="Arial" charset="0"/>
        <a:buChar char="»"/>
        <a:defRPr sz="2600" kern="1200">
          <a:solidFill>
            <a:schemeClr val="tx1"/>
          </a:solidFill>
          <a:latin typeface="+mn-lt"/>
          <a:ea typeface="ＭＳ Ｐゴシック" charset="0"/>
          <a:cs typeface="+mn-cs"/>
        </a:defRPr>
      </a:lvl5pPr>
      <a:lvl6pPr marL="3352548" indent="-304776" algn="l" defTabSz="609555" rtl="0" eaLnBrk="1" latinLnBrk="0" hangingPunct="1">
        <a:spcBef>
          <a:spcPct val="20000"/>
        </a:spcBef>
        <a:buFont typeface="Arial"/>
        <a:buChar char="•"/>
        <a:defRPr sz="2667" kern="1200">
          <a:solidFill>
            <a:schemeClr val="tx1"/>
          </a:solidFill>
          <a:latin typeface="+mn-lt"/>
          <a:ea typeface="+mn-ea"/>
          <a:cs typeface="+mn-cs"/>
        </a:defRPr>
      </a:lvl6pPr>
      <a:lvl7pPr marL="3962104" indent="-304776" algn="l" defTabSz="609555" rtl="0" eaLnBrk="1" latinLnBrk="0" hangingPunct="1">
        <a:spcBef>
          <a:spcPct val="20000"/>
        </a:spcBef>
        <a:buFont typeface="Arial"/>
        <a:buChar char="•"/>
        <a:defRPr sz="2667" kern="1200">
          <a:solidFill>
            <a:schemeClr val="tx1"/>
          </a:solidFill>
          <a:latin typeface="+mn-lt"/>
          <a:ea typeface="+mn-ea"/>
          <a:cs typeface="+mn-cs"/>
        </a:defRPr>
      </a:lvl7pPr>
      <a:lvl8pPr marL="4571658" indent="-304776" algn="l" defTabSz="609555" rtl="0" eaLnBrk="1" latinLnBrk="0" hangingPunct="1">
        <a:spcBef>
          <a:spcPct val="20000"/>
        </a:spcBef>
        <a:buFont typeface="Arial"/>
        <a:buChar char="•"/>
        <a:defRPr sz="2667" kern="1200">
          <a:solidFill>
            <a:schemeClr val="tx1"/>
          </a:solidFill>
          <a:latin typeface="+mn-lt"/>
          <a:ea typeface="+mn-ea"/>
          <a:cs typeface="+mn-cs"/>
        </a:defRPr>
      </a:lvl8pPr>
      <a:lvl9pPr marL="5181212" indent="-304776" algn="l" defTabSz="60955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55" rtl="0" eaLnBrk="1" latinLnBrk="0" hangingPunct="1">
        <a:defRPr sz="2400" kern="1200">
          <a:solidFill>
            <a:schemeClr val="tx1"/>
          </a:solidFill>
          <a:latin typeface="+mn-lt"/>
          <a:ea typeface="+mn-ea"/>
          <a:cs typeface="+mn-cs"/>
        </a:defRPr>
      </a:lvl1pPr>
      <a:lvl2pPr marL="609555" algn="l" defTabSz="609555" rtl="0" eaLnBrk="1" latinLnBrk="0" hangingPunct="1">
        <a:defRPr sz="2400" kern="1200">
          <a:solidFill>
            <a:schemeClr val="tx1"/>
          </a:solidFill>
          <a:latin typeface="+mn-lt"/>
          <a:ea typeface="+mn-ea"/>
          <a:cs typeface="+mn-cs"/>
        </a:defRPr>
      </a:lvl2pPr>
      <a:lvl3pPr marL="1219110" algn="l" defTabSz="609555" rtl="0" eaLnBrk="1" latinLnBrk="0" hangingPunct="1">
        <a:defRPr sz="2400" kern="1200">
          <a:solidFill>
            <a:schemeClr val="tx1"/>
          </a:solidFill>
          <a:latin typeface="+mn-lt"/>
          <a:ea typeface="+mn-ea"/>
          <a:cs typeface="+mn-cs"/>
        </a:defRPr>
      </a:lvl3pPr>
      <a:lvl4pPr marL="1828664" algn="l" defTabSz="609555" rtl="0" eaLnBrk="1" latinLnBrk="0" hangingPunct="1">
        <a:defRPr sz="2400" kern="1200">
          <a:solidFill>
            <a:schemeClr val="tx1"/>
          </a:solidFill>
          <a:latin typeface="+mn-lt"/>
          <a:ea typeface="+mn-ea"/>
          <a:cs typeface="+mn-cs"/>
        </a:defRPr>
      </a:lvl4pPr>
      <a:lvl5pPr marL="2438218" algn="l" defTabSz="609555" rtl="0" eaLnBrk="1" latinLnBrk="0" hangingPunct="1">
        <a:defRPr sz="2400" kern="1200">
          <a:solidFill>
            <a:schemeClr val="tx1"/>
          </a:solidFill>
          <a:latin typeface="+mn-lt"/>
          <a:ea typeface="+mn-ea"/>
          <a:cs typeface="+mn-cs"/>
        </a:defRPr>
      </a:lvl5pPr>
      <a:lvl6pPr marL="3047772" algn="l" defTabSz="609555" rtl="0" eaLnBrk="1" latinLnBrk="0" hangingPunct="1">
        <a:defRPr sz="2400" kern="1200">
          <a:solidFill>
            <a:schemeClr val="tx1"/>
          </a:solidFill>
          <a:latin typeface="+mn-lt"/>
          <a:ea typeface="+mn-ea"/>
          <a:cs typeface="+mn-cs"/>
        </a:defRPr>
      </a:lvl6pPr>
      <a:lvl7pPr marL="3657327" algn="l" defTabSz="609555" rtl="0" eaLnBrk="1" latinLnBrk="0" hangingPunct="1">
        <a:defRPr sz="2400" kern="1200">
          <a:solidFill>
            <a:schemeClr val="tx1"/>
          </a:solidFill>
          <a:latin typeface="+mn-lt"/>
          <a:ea typeface="+mn-ea"/>
          <a:cs typeface="+mn-cs"/>
        </a:defRPr>
      </a:lvl7pPr>
      <a:lvl8pPr marL="4266880" algn="l" defTabSz="609555" rtl="0" eaLnBrk="1" latinLnBrk="0" hangingPunct="1">
        <a:defRPr sz="2400" kern="1200">
          <a:solidFill>
            <a:schemeClr val="tx1"/>
          </a:solidFill>
          <a:latin typeface="+mn-lt"/>
          <a:ea typeface="+mn-ea"/>
          <a:cs typeface="+mn-cs"/>
        </a:defRPr>
      </a:lvl8pPr>
      <a:lvl9pPr marL="4876435" algn="l" defTabSz="60955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F4C6A-CA2E-4C35-8BA5-916C10203F2E}"/>
              </a:ext>
            </a:extLst>
          </p:cNvPr>
          <p:cNvSpPr>
            <a:spLocks noGrp="1"/>
          </p:cNvSpPr>
          <p:nvPr>
            <p:ph type="title"/>
          </p:nvPr>
        </p:nvSpPr>
        <p:spPr>
          <a:xfrm>
            <a:off x="2050826" y="1915480"/>
            <a:ext cx="5689524" cy="601384"/>
          </a:xfrm>
        </p:spPr>
        <p:txBody>
          <a:bodyPr>
            <a:normAutofit fontScale="90000"/>
          </a:bodyPr>
          <a:lstStyle/>
          <a:p>
            <a:r>
              <a:rPr lang="en-GB" sz="4400" dirty="0">
                <a:ea typeface="Calibri"/>
                <a:cs typeface="Calibri"/>
              </a:rPr>
              <a:t>Process Orchestration</a:t>
            </a:r>
            <a:endParaRPr lang="en-US" sz="4400" dirty="0" err="1"/>
          </a:p>
          <a:p>
            <a:r>
              <a:rPr lang="en-GB" dirty="0">
                <a:ea typeface="ＭＳ Ｐゴシック"/>
              </a:rPr>
              <a:t> </a:t>
            </a:r>
            <a:br>
              <a:rPr lang="en-GB" dirty="0"/>
            </a:br>
            <a:br>
              <a:rPr lang="en-GB" dirty="0"/>
            </a:br>
            <a:endParaRPr lang="en-GB" dirty="0">
              <a:ea typeface="Calibri"/>
              <a:cs typeface="Calibri"/>
            </a:endParaRPr>
          </a:p>
          <a:p>
            <a:r>
              <a:rPr lang="en-GB" dirty="0">
                <a:ea typeface="Calibri"/>
                <a:cs typeface="Calibri"/>
              </a:rPr>
              <a:t> </a:t>
            </a:r>
            <a:br>
              <a:rPr lang="en-GB" dirty="0"/>
            </a:br>
            <a:br>
              <a:rPr lang="en-GB" dirty="0"/>
            </a:br>
            <a:endParaRPr lang="en-GB" dirty="0"/>
          </a:p>
        </p:txBody>
      </p:sp>
      <p:sp>
        <p:nvSpPr>
          <p:cNvPr id="3" name="Text Placeholder 2">
            <a:extLst>
              <a:ext uri="{FF2B5EF4-FFF2-40B4-BE49-F238E27FC236}">
                <a16:creationId xmlns:a16="http://schemas.microsoft.com/office/drawing/2014/main" id="{876BE806-4523-4FEC-B19F-B5D4FF00D6A6}"/>
              </a:ext>
            </a:extLst>
          </p:cNvPr>
          <p:cNvSpPr>
            <a:spLocks noGrp="1"/>
          </p:cNvSpPr>
          <p:nvPr>
            <p:ph type="body" sz="quarter" idx="15"/>
          </p:nvPr>
        </p:nvSpPr>
        <p:spPr/>
        <p:txBody>
          <a:bodyPr/>
          <a:lstStyle/>
          <a:p>
            <a:endParaRPr lang="en-GB"/>
          </a:p>
        </p:txBody>
      </p:sp>
      <p:sp>
        <p:nvSpPr>
          <p:cNvPr id="4" name="Text Placeholder 3">
            <a:extLst>
              <a:ext uri="{FF2B5EF4-FFF2-40B4-BE49-F238E27FC236}">
                <a16:creationId xmlns:a16="http://schemas.microsoft.com/office/drawing/2014/main" id="{FA5FC82F-1F0B-4D11-BC78-0C43FDE0F394}"/>
              </a:ext>
            </a:extLst>
          </p:cNvPr>
          <p:cNvSpPr>
            <a:spLocks noGrp="1"/>
          </p:cNvSpPr>
          <p:nvPr>
            <p:ph type="body" sz="quarter" idx="16"/>
          </p:nvPr>
        </p:nvSpPr>
        <p:spPr/>
        <p:txBody>
          <a:bodyPr/>
          <a:lstStyle/>
          <a:p>
            <a:pPr>
              <a:lnSpc>
                <a:spcPct val="100000"/>
              </a:lnSpc>
            </a:pPr>
            <a:r>
              <a:rPr lang="en-GB" dirty="0"/>
              <a:t>Dr David Wyatt</a:t>
            </a:r>
          </a:p>
        </p:txBody>
      </p:sp>
      <p:sp>
        <p:nvSpPr>
          <p:cNvPr id="6" name="Text Placeholder 5">
            <a:extLst>
              <a:ext uri="{FF2B5EF4-FFF2-40B4-BE49-F238E27FC236}">
                <a16:creationId xmlns:a16="http://schemas.microsoft.com/office/drawing/2014/main" id="{8AF42F57-4342-4892-B2AD-019DCDCB61B2}"/>
              </a:ext>
            </a:extLst>
          </p:cNvPr>
          <p:cNvSpPr>
            <a:spLocks noGrp="1"/>
          </p:cNvSpPr>
          <p:nvPr>
            <p:ph type="body" sz="quarter" idx="18"/>
          </p:nvPr>
        </p:nvSpPr>
        <p:spPr/>
        <p:txBody>
          <a:bodyPr lIns="0" tIns="0" rIns="0" bIns="0" anchor="t"/>
          <a:lstStyle/>
          <a:p>
            <a:endParaRPr lang="en-GB" dirty="0"/>
          </a:p>
        </p:txBody>
      </p:sp>
    </p:spTree>
    <p:extLst>
      <p:ext uri="{BB962C8B-B14F-4D97-AF65-F5344CB8AC3E}">
        <p14:creationId xmlns:p14="http://schemas.microsoft.com/office/powerpoint/2010/main" val="3764760811"/>
      </p:ext>
    </p:extLst>
  </p:cSld>
  <p:clrMapOvr>
    <a:masterClrMapping/>
  </p:clrMapOvr>
  <p:transition spd="slow">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96526C-CD8E-7850-9280-748C4B2B0111}"/>
              </a:ext>
            </a:extLst>
          </p:cNvPr>
          <p:cNvSpPr>
            <a:spLocks noGrp="1"/>
          </p:cNvSpPr>
          <p:nvPr>
            <p:ph type="title"/>
          </p:nvPr>
        </p:nvSpPr>
        <p:spPr/>
        <p:txBody>
          <a:bodyPr/>
          <a:lstStyle/>
          <a:p>
            <a:r>
              <a:rPr lang="en-GB"/>
              <a:t>Session Plan</a:t>
            </a:r>
          </a:p>
        </p:txBody>
      </p:sp>
      <p:sp>
        <p:nvSpPr>
          <p:cNvPr id="3" name="Text Placeholder 2">
            <a:extLst>
              <a:ext uri="{FF2B5EF4-FFF2-40B4-BE49-F238E27FC236}">
                <a16:creationId xmlns:a16="http://schemas.microsoft.com/office/drawing/2014/main" id="{FA81E986-E028-709B-31F0-58EA9B8CE916}"/>
              </a:ext>
            </a:extLst>
          </p:cNvPr>
          <p:cNvSpPr>
            <a:spLocks noGrp="1"/>
          </p:cNvSpPr>
          <p:nvPr>
            <p:ph type="body" sz="quarter" idx="11"/>
          </p:nvPr>
        </p:nvSpPr>
        <p:spPr/>
        <p:txBody>
          <a:bodyPr lIns="0" tIns="0" rIns="0" bIns="0" anchor="t"/>
          <a:lstStyle/>
          <a:p>
            <a:r>
              <a:rPr lang="en-GB" dirty="0">
                <a:latin typeface="Calibri"/>
                <a:ea typeface="Tahoma"/>
                <a:cs typeface="Tahoma"/>
              </a:rPr>
              <a:t>Introduction</a:t>
            </a:r>
            <a:endParaRPr lang="en-US" dirty="0">
              <a:latin typeface="Calibri"/>
              <a:ea typeface="Tahoma"/>
              <a:cs typeface="Tahoma"/>
            </a:endParaRPr>
          </a:p>
          <a:p>
            <a:r>
              <a:rPr lang="en-GB" dirty="0">
                <a:latin typeface="Calibri"/>
                <a:ea typeface="Tahoma"/>
                <a:cs typeface="Tahoma"/>
              </a:rPr>
              <a:t>What is process orchestration</a:t>
            </a:r>
          </a:p>
          <a:p>
            <a:r>
              <a:rPr lang="en-GB" dirty="0">
                <a:latin typeface="Calibri"/>
                <a:ea typeface="Tahoma"/>
                <a:cs typeface="Tahoma"/>
              </a:rPr>
              <a:t>Why it is important</a:t>
            </a:r>
          </a:p>
          <a:p>
            <a:r>
              <a:rPr lang="en-GB" dirty="0">
                <a:latin typeface="Calibri"/>
                <a:ea typeface="Tahoma"/>
                <a:cs typeface="Tahoma"/>
              </a:rPr>
              <a:t>Challenges of broken, disconnect processes</a:t>
            </a:r>
          </a:p>
          <a:p>
            <a:r>
              <a:rPr lang="en-GB" dirty="0">
                <a:latin typeface="Calibri"/>
                <a:ea typeface="Tahoma"/>
                <a:cs typeface="Tahoma"/>
              </a:rPr>
              <a:t>When do you need process orchestration?</a:t>
            </a:r>
          </a:p>
          <a:p>
            <a:r>
              <a:rPr lang="en-GB" dirty="0">
                <a:latin typeface="Calibri"/>
                <a:ea typeface="Tahoma"/>
                <a:cs typeface="Tahoma"/>
              </a:rPr>
              <a:t>Advanced workflow patterns</a:t>
            </a:r>
          </a:p>
          <a:p>
            <a:r>
              <a:rPr lang="en-GB">
                <a:latin typeface="Calibri"/>
                <a:ea typeface="Tahoma"/>
                <a:cs typeface="Tahoma"/>
              </a:rPr>
              <a:t>Process orchestration and the automation</a:t>
            </a:r>
          </a:p>
          <a:p>
            <a:endParaRPr lang="en-GB" dirty="0">
              <a:latin typeface="Calibri"/>
              <a:ea typeface="Tahoma"/>
              <a:cs typeface="Tahoma"/>
            </a:endParaRPr>
          </a:p>
          <a:p>
            <a:endParaRPr lang="en-GB" dirty="0">
              <a:latin typeface="Calibri"/>
              <a:ea typeface="Tahoma"/>
              <a:cs typeface="Tahoma"/>
            </a:endParaRPr>
          </a:p>
          <a:p>
            <a:endParaRPr lang="en-GB" dirty="0">
              <a:latin typeface="Calibri"/>
              <a:ea typeface="Tahoma"/>
              <a:cs typeface="Tahoma"/>
            </a:endParaRPr>
          </a:p>
          <a:p>
            <a:endParaRPr lang="en-GB" dirty="0">
              <a:latin typeface="Calibri"/>
              <a:ea typeface="Tahoma"/>
              <a:cs typeface="Tahoma"/>
            </a:endParaRPr>
          </a:p>
          <a:p>
            <a:endParaRPr lang="en-GB" dirty="0">
              <a:latin typeface="Calibri"/>
              <a:ea typeface="Tahoma"/>
              <a:cs typeface="Tahoma"/>
            </a:endParaRPr>
          </a:p>
          <a:p>
            <a:endParaRPr lang="en-GB" dirty="0">
              <a:latin typeface="Calibri"/>
              <a:ea typeface="Tahoma"/>
              <a:cs typeface="Tahoma"/>
            </a:endParaRPr>
          </a:p>
          <a:p>
            <a:endParaRPr lang="en-GB" dirty="0">
              <a:latin typeface="Calibri"/>
              <a:ea typeface="Tahoma"/>
              <a:cs typeface="Tahoma"/>
            </a:endParaRPr>
          </a:p>
          <a:p>
            <a:endParaRPr lang="en-GB" dirty="0">
              <a:latin typeface="Calibri"/>
              <a:ea typeface="Tahoma"/>
              <a:cs typeface="Tahoma"/>
            </a:endParaRPr>
          </a:p>
        </p:txBody>
      </p:sp>
    </p:spTree>
    <p:extLst>
      <p:ext uri="{BB962C8B-B14F-4D97-AF65-F5344CB8AC3E}">
        <p14:creationId xmlns:p14="http://schemas.microsoft.com/office/powerpoint/2010/main" val="3207717677"/>
      </p:ext>
    </p:extLst>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C7105-0964-C454-1E8B-B1966E47E609}"/>
              </a:ext>
            </a:extLst>
          </p:cNvPr>
          <p:cNvSpPr>
            <a:spLocks noGrp="1"/>
          </p:cNvSpPr>
          <p:nvPr>
            <p:ph type="title"/>
          </p:nvPr>
        </p:nvSpPr>
        <p:spPr/>
        <p:txBody>
          <a:bodyPr/>
          <a:lstStyle/>
          <a:p>
            <a:r>
              <a:rPr lang="en-GB" dirty="0">
                <a:latin typeface="Calibri"/>
                <a:ea typeface="Tahoma"/>
                <a:cs typeface="Tahoma"/>
              </a:rPr>
              <a:t>Introduction</a:t>
            </a:r>
            <a:endParaRPr lang="en-US" dirty="0"/>
          </a:p>
        </p:txBody>
      </p:sp>
      <p:sp>
        <p:nvSpPr>
          <p:cNvPr id="3" name="Text Placeholder 2">
            <a:extLst>
              <a:ext uri="{FF2B5EF4-FFF2-40B4-BE49-F238E27FC236}">
                <a16:creationId xmlns:a16="http://schemas.microsoft.com/office/drawing/2014/main" id="{92DE8D04-1B85-40A8-C045-BB4C7242986F}"/>
              </a:ext>
            </a:extLst>
          </p:cNvPr>
          <p:cNvSpPr>
            <a:spLocks noGrp="1"/>
          </p:cNvSpPr>
          <p:nvPr>
            <p:ph type="body" sz="quarter" idx="11"/>
          </p:nvPr>
        </p:nvSpPr>
        <p:spPr>
          <a:xfrm>
            <a:off x="899590" y="1700808"/>
            <a:ext cx="5272609" cy="4608512"/>
          </a:xfrm>
        </p:spPr>
        <p:txBody>
          <a:bodyPr lIns="0" tIns="0" rIns="0" bIns="0" anchor="t"/>
          <a:lstStyle/>
          <a:p>
            <a:r>
              <a:rPr lang="en-US" dirty="0"/>
              <a:t>Many businesses aim for seamless, end-to-end automation across people, systems, and devices.</a:t>
            </a:r>
          </a:p>
          <a:p>
            <a:r>
              <a:rPr lang="en-US" dirty="0"/>
              <a:t>Startups can more easily achieve this level of automation compared to established companies dealing with legacy systems.</a:t>
            </a:r>
          </a:p>
          <a:p>
            <a:r>
              <a:rPr lang="en-US" dirty="0"/>
              <a:t>Legacy system </a:t>
            </a:r>
            <a:r>
              <a:rPr lang="en-GB" dirty="0"/>
              <a:t>modernisation</a:t>
            </a:r>
            <a:r>
              <a:rPr lang="en-US" dirty="0"/>
              <a:t> is a top strategic priority for 70% of global companies*.</a:t>
            </a:r>
          </a:p>
          <a:p>
            <a:r>
              <a:rPr lang="en-US" dirty="0"/>
              <a:t>Replacing legacy systems is often costly and disruptive for </a:t>
            </a:r>
            <a:r>
              <a:rPr lang="en-GB" dirty="0"/>
              <a:t>organisations</a:t>
            </a:r>
            <a:r>
              <a:rPr lang="en-US" dirty="0"/>
              <a:t>.</a:t>
            </a:r>
          </a:p>
          <a:p>
            <a:r>
              <a:rPr lang="en-US" dirty="0"/>
              <a:t>Process Orchestration helps address challenges posed by legacy systems, diverse process endpoints, and operational silos.</a:t>
            </a:r>
          </a:p>
        </p:txBody>
      </p:sp>
      <p:pic>
        <p:nvPicPr>
          <p:cNvPr id="5" name="Picture 4" descr="A screen shot of a phone&#10;&#10;Description automatically generated">
            <a:extLst>
              <a:ext uri="{FF2B5EF4-FFF2-40B4-BE49-F238E27FC236}">
                <a16:creationId xmlns:a16="http://schemas.microsoft.com/office/drawing/2014/main" id="{6C852F8C-5961-816B-69FB-29B82D4DD446}"/>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95248" y="981512"/>
            <a:ext cx="2094124" cy="5675152"/>
          </a:xfrm>
          <a:prstGeom prst="rect">
            <a:avLst/>
          </a:prstGeom>
        </p:spPr>
      </p:pic>
    </p:spTree>
    <p:extLst>
      <p:ext uri="{BB962C8B-B14F-4D97-AF65-F5344CB8AC3E}">
        <p14:creationId xmlns:p14="http://schemas.microsoft.com/office/powerpoint/2010/main" val="1234270291"/>
      </p:ext>
    </p:extLst>
  </p:cSld>
  <p:clrMapOvr>
    <a:masterClrMapping/>
  </p:clrMapOvr>
  <p:transition spd="slow">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779D3-8932-D75B-ED4D-F1F3B398D7AA}"/>
              </a:ext>
            </a:extLst>
          </p:cNvPr>
          <p:cNvSpPr>
            <a:spLocks noGrp="1"/>
          </p:cNvSpPr>
          <p:nvPr>
            <p:ph type="title"/>
          </p:nvPr>
        </p:nvSpPr>
        <p:spPr/>
        <p:txBody>
          <a:bodyPr>
            <a:normAutofit/>
          </a:bodyPr>
          <a:lstStyle/>
          <a:p>
            <a:r>
              <a:rPr lang="en-GB" dirty="0"/>
              <a:t>What is Process Orchestration?</a:t>
            </a:r>
          </a:p>
        </p:txBody>
      </p:sp>
      <p:sp>
        <p:nvSpPr>
          <p:cNvPr id="3" name="Text Placeholder 2">
            <a:extLst>
              <a:ext uri="{FF2B5EF4-FFF2-40B4-BE49-F238E27FC236}">
                <a16:creationId xmlns:a16="http://schemas.microsoft.com/office/drawing/2014/main" id="{32329734-B7BA-38C9-7087-F0EF371786C5}"/>
              </a:ext>
            </a:extLst>
          </p:cNvPr>
          <p:cNvSpPr>
            <a:spLocks noGrp="1"/>
          </p:cNvSpPr>
          <p:nvPr>
            <p:ph type="body" sz="quarter" idx="11"/>
          </p:nvPr>
        </p:nvSpPr>
        <p:spPr/>
        <p:txBody>
          <a:bodyPr/>
          <a:lstStyle/>
          <a:p>
            <a:r>
              <a:rPr lang="en-GB" dirty="0"/>
              <a:t>Process Orchestration manages the coordination of various elements or endpoints within a business process.</a:t>
            </a:r>
          </a:p>
          <a:p>
            <a:r>
              <a:rPr lang="en-GB" dirty="0"/>
              <a:t>It can also link multiple processes together, ensuring seamless operation.</a:t>
            </a:r>
          </a:p>
          <a:p>
            <a:r>
              <a:rPr lang="en-GB" dirty="0"/>
              <a:t>By facilitating collaboration with existing personnel, systems, and devices, process orchestration enhances operational efficiency.</a:t>
            </a:r>
          </a:p>
          <a:p>
            <a:r>
              <a:rPr lang="en-GB" dirty="0"/>
              <a:t>It supports the achievement of ambitious goals related to end-to-end process automation.</a:t>
            </a:r>
          </a:p>
        </p:txBody>
      </p:sp>
    </p:spTree>
    <p:extLst>
      <p:ext uri="{BB962C8B-B14F-4D97-AF65-F5344CB8AC3E}">
        <p14:creationId xmlns:p14="http://schemas.microsoft.com/office/powerpoint/2010/main" val="1223354366"/>
      </p:ext>
    </p:extLst>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B3B2A-2800-C9F9-0591-0E244753E18E}"/>
              </a:ext>
            </a:extLst>
          </p:cNvPr>
          <p:cNvSpPr>
            <a:spLocks noGrp="1"/>
          </p:cNvSpPr>
          <p:nvPr>
            <p:ph type="title"/>
          </p:nvPr>
        </p:nvSpPr>
        <p:spPr>
          <a:xfrm>
            <a:off x="892515" y="692697"/>
            <a:ext cx="7886700" cy="862064"/>
          </a:xfrm>
        </p:spPr>
        <p:txBody>
          <a:bodyPr anchor="t">
            <a:normAutofit/>
          </a:bodyPr>
          <a:lstStyle/>
          <a:p>
            <a:r>
              <a:rPr lang="en-GB" dirty="0"/>
              <a:t>Why it is important (Example)</a:t>
            </a:r>
          </a:p>
        </p:txBody>
      </p:sp>
      <p:graphicFrame>
        <p:nvGraphicFramePr>
          <p:cNvPr id="5" name="Text Placeholder 2">
            <a:extLst>
              <a:ext uri="{FF2B5EF4-FFF2-40B4-BE49-F238E27FC236}">
                <a16:creationId xmlns:a16="http://schemas.microsoft.com/office/drawing/2014/main" id="{AF1546FB-90A8-2551-F550-5DD4853F500A}"/>
              </a:ext>
            </a:extLst>
          </p:cNvPr>
          <p:cNvGraphicFramePr/>
          <p:nvPr>
            <p:extLst>
              <p:ext uri="{D42A27DB-BD31-4B8C-83A1-F6EECF244321}">
                <p14:modId xmlns:p14="http://schemas.microsoft.com/office/powerpoint/2010/main" val="1853422092"/>
              </p:ext>
            </p:extLst>
          </p:nvPr>
        </p:nvGraphicFramePr>
        <p:xfrm>
          <a:off x="899592" y="1554760"/>
          <a:ext cx="6515620" cy="453806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93577646"/>
      </p:ext>
    </p:extLst>
  </p:cSld>
  <p:clrMapOvr>
    <a:masterClrMapping/>
  </p:clrMapOvr>
  <p:transition spd="slow">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CB3B2A-2800-C9F9-0591-0E244753E18E}"/>
              </a:ext>
            </a:extLst>
          </p:cNvPr>
          <p:cNvSpPr>
            <a:spLocks noGrp="1"/>
          </p:cNvSpPr>
          <p:nvPr>
            <p:ph type="title"/>
          </p:nvPr>
        </p:nvSpPr>
        <p:spPr/>
        <p:txBody>
          <a:bodyPr/>
          <a:lstStyle/>
          <a:p>
            <a:r>
              <a:rPr lang="en-GB" dirty="0">
                <a:ea typeface="ＭＳ Ｐゴシック"/>
              </a:rPr>
              <a:t>Why it is important (Example)...</a:t>
            </a:r>
            <a:endParaRPr lang="en-GB" dirty="0"/>
          </a:p>
        </p:txBody>
      </p:sp>
      <p:sp>
        <p:nvSpPr>
          <p:cNvPr id="6" name="Text Placeholder 5">
            <a:extLst>
              <a:ext uri="{FF2B5EF4-FFF2-40B4-BE49-F238E27FC236}">
                <a16:creationId xmlns:a16="http://schemas.microsoft.com/office/drawing/2014/main" id="{FFC7922D-D11B-8FA9-4756-02D4BEFC8E1E}"/>
              </a:ext>
            </a:extLst>
          </p:cNvPr>
          <p:cNvSpPr>
            <a:spLocks noGrp="1"/>
          </p:cNvSpPr>
          <p:nvPr>
            <p:ph type="body" sz="quarter" idx="11"/>
          </p:nvPr>
        </p:nvSpPr>
        <p:spPr/>
        <p:txBody>
          <a:bodyPr lIns="0" tIns="0" rIns="0" bIns="0" anchor="t"/>
          <a:lstStyle/>
          <a:p>
            <a:r>
              <a:rPr lang="en-GB" sz="2000" dirty="0">
                <a:ea typeface="Calibri"/>
                <a:cs typeface="Calibri"/>
              </a:rPr>
              <a:t>Example Case study: </a:t>
            </a:r>
            <a:endParaRPr lang="en-US" sz="2000">
              <a:ea typeface="Calibri"/>
              <a:cs typeface="Calibri"/>
            </a:endParaRPr>
          </a:p>
          <a:p>
            <a:pPr marL="9525" indent="0">
              <a:buNone/>
            </a:pPr>
            <a:r>
              <a:rPr lang="en-GB" sz="2000" dirty="0">
                <a:ea typeface="Calibri"/>
                <a:cs typeface="Calibri"/>
              </a:rPr>
              <a:t>Kate orders some tile online from a flooring retailer for her bathroom renovation. While she browses, she confirms that the tile she selects is available at her local store for same-day pickup. So, she selects the “Pick up in store” option at checkout on the website. She receives an email saying that her order will be prepared within two hours. Before driving to the store a few hours later, she calls to check that her tile is available, since she never got an additional email or text confirmation that her order was ready for pickup. The customer service representative checks the order fulfilment system and tells her that she is actually fifth in line for in-store pickup, and that her order won’t be ready until mid-day tomorrow.</a:t>
            </a:r>
            <a:endParaRPr lang="en-US" sz="2000" dirty="0">
              <a:ea typeface="Calibri"/>
              <a:cs typeface="Calibri"/>
            </a:endParaRPr>
          </a:p>
          <a:p>
            <a:pPr marL="9525" indent="0">
              <a:buNone/>
            </a:pPr>
            <a:endParaRPr lang="en-GB" sz="2000" dirty="0">
              <a:ea typeface="Calibri"/>
              <a:cs typeface="Calibri"/>
            </a:endParaRPr>
          </a:p>
        </p:txBody>
      </p:sp>
    </p:spTree>
    <p:extLst>
      <p:ext uri="{BB962C8B-B14F-4D97-AF65-F5344CB8AC3E}">
        <p14:creationId xmlns:p14="http://schemas.microsoft.com/office/powerpoint/2010/main" val="1446655108"/>
      </p:ext>
    </p:extLst>
  </p:cSld>
  <p:clrMapOvr>
    <a:masterClrMapping/>
  </p:clrMapOvr>
  <p:transition spd="slow">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DD4629-9489-E0F1-016E-6D201EC88CB9}"/>
              </a:ext>
            </a:extLst>
          </p:cNvPr>
          <p:cNvSpPr>
            <a:spLocks noGrp="1"/>
          </p:cNvSpPr>
          <p:nvPr>
            <p:ph type="title"/>
          </p:nvPr>
        </p:nvSpPr>
        <p:spPr/>
        <p:txBody>
          <a:bodyPr>
            <a:normAutofit fontScale="90000"/>
          </a:bodyPr>
          <a:lstStyle/>
          <a:p>
            <a:r>
              <a:rPr lang="en-GB" dirty="0"/>
              <a:t>Challenges of broken, disconnect processes</a:t>
            </a:r>
          </a:p>
        </p:txBody>
      </p:sp>
      <p:sp>
        <p:nvSpPr>
          <p:cNvPr id="6" name="Text Placeholder 5">
            <a:extLst>
              <a:ext uri="{FF2B5EF4-FFF2-40B4-BE49-F238E27FC236}">
                <a16:creationId xmlns:a16="http://schemas.microsoft.com/office/drawing/2014/main" id="{7E730F28-6DEF-7107-D969-8296B95EF7F7}"/>
              </a:ext>
            </a:extLst>
          </p:cNvPr>
          <p:cNvSpPr>
            <a:spLocks noGrp="1"/>
          </p:cNvSpPr>
          <p:nvPr>
            <p:ph type="body" sz="quarter" idx="11"/>
          </p:nvPr>
        </p:nvSpPr>
        <p:spPr/>
        <p:txBody>
          <a:bodyPr/>
          <a:lstStyle/>
          <a:p>
            <a:r>
              <a:rPr lang="en-GB" dirty="0"/>
              <a:t>Incomplete end-to-end automation:</a:t>
            </a:r>
          </a:p>
          <a:p>
            <a:pPr lvl="1"/>
            <a:r>
              <a:rPr lang="en-GB" dirty="0"/>
              <a:t>Localised automations are not interconnected, resulting in the end-to-end process being only partially automated (as seen in the ecommerce example).</a:t>
            </a:r>
          </a:p>
          <a:p>
            <a:r>
              <a:rPr lang="en-GB" dirty="0"/>
              <a:t>Limited understanding:</a:t>
            </a:r>
          </a:p>
          <a:p>
            <a:pPr lvl="1"/>
            <a:r>
              <a:rPr lang="en-GB" dirty="0"/>
              <a:t>The full end-to-end process lacks visibility, making it difficult to track key performance metrics effectively.</a:t>
            </a:r>
          </a:p>
          <a:p>
            <a:r>
              <a:rPr lang="en-GB" dirty="0"/>
              <a:t>Reduced flexibility:</a:t>
            </a:r>
          </a:p>
          <a:p>
            <a:pPr lvl="1"/>
            <a:r>
              <a:rPr lang="en-GB" dirty="0"/>
              <a:t>Altering the end-to-end process is challenging, as it may require changes across multiple systems.</a:t>
            </a:r>
          </a:p>
          <a:p>
            <a:pPr lvl="1"/>
            <a:endParaRPr lang="en-GB" dirty="0"/>
          </a:p>
          <a:p>
            <a:pPr marL="266700" lvl="1" indent="0">
              <a:buNone/>
            </a:pPr>
            <a:r>
              <a:rPr lang="en-GB" dirty="0"/>
              <a:t>“It’s critical to overcome these challenges to increase the degree</a:t>
            </a:r>
          </a:p>
          <a:p>
            <a:pPr marL="266700" lvl="1" indent="0">
              <a:buNone/>
            </a:pPr>
            <a:r>
              <a:rPr lang="en-GB" dirty="0"/>
              <a:t>of automation in your organisation. Process orchestration is what you need to make that happen.”</a:t>
            </a:r>
          </a:p>
          <a:p>
            <a:pPr marL="266700" lvl="1" indent="0">
              <a:buNone/>
            </a:pPr>
            <a:endParaRPr lang="en-GB" dirty="0"/>
          </a:p>
          <a:p>
            <a:pPr marL="266700" lvl="1" indent="0">
              <a:buNone/>
            </a:pPr>
            <a:endParaRPr lang="en-GB" dirty="0"/>
          </a:p>
        </p:txBody>
      </p:sp>
    </p:spTree>
    <p:extLst>
      <p:ext uri="{BB962C8B-B14F-4D97-AF65-F5344CB8AC3E}">
        <p14:creationId xmlns:p14="http://schemas.microsoft.com/office/powerpoint/2010/main" val="1316513507"/>
      </p:ext>
    </p:extLst>
  </p:cSld>
  <p:clrMapOvr>
    <a:masterClrMapping/>
  </p:clrMapOvr>
  <p:transition spd="slow">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24D90-138D-B054-4249-FBB0B5B4F385}"/>
              </a:ext>
            </a:extLst>
          </p:cNvPr>
          <p:cNvSpPr>
            <a:spLocks noGrp="1"/>
          </p:cNvSpPr>
          <p:nvPr>
            <p:ph type="title"/>
          </p:nvPr>
        </p:nvSpPr>
        <p:spPr/>
        <p:txBody>
          <a:bodyPr>
            <a:normAutofit/>
          </a:bodyPr>
          <a:lstStyle/>
          <a:p>
            <a:r>
              <a:rPr lang="en-GB" dirty="0"/>
              <a:t>When do you need process orchestration?</a:t>
            </a:r>
          </a:p>
        </p:txBody>
      </p:sp>
      <p:sp>
        <p:nvSpPr>
          <p:cNvPr id="3" name="Text Placeholder 2">
            <a:extLst>
              <a:ext uri="{FF2B5EF4-FFF2-40B4-BE49-F238E27FC236}">
                <a16:creationId xmlns:a16="http://schemas.microsoft.com/office/drawing/2014/main" id="{7ED33154-2BA9-3589-4AE7-D1AB039CAF30}"/>
              </a:ext>
            </a:extLst>
          </p:cNvPr>
          <p:cNvSpPr>
            <a:spLocks noGrp="1"/>
          </p:cNvSpPr>
          <p:nvPr>
            <p:ph type="body" sz="quarter" idx="11"/>
          </p:nvPr>
        </p:nvSpPr>
        <p:spPr>
          <a:xfrm>
            <a:off x="520117" y="1700808"/>
            <a:ext cx="8120544" cy="4608512"/>
          </a:xfrm>
        </p:spPr>
        <p:txBody>
          <a:bodyPr/>
          <a:lstStyle/>
          <a:p>
            <a:r>
              <a:rPr lang="en-GB" dirty="0"/>
              <a:t>Endpoint diversity</a:t>
            </a:r>
          </a:p>
          <a:p>
            <a:pPr lvl="1"/>
            <a:r>
              <a:rPr lang="en-GB" dirty="0"/>
              <a:t>Every process is composed of tasks, and executing the process requires coordinating the execution of these tasks.</a:t>
            </a:r>
          </a:p>
          <a:p>
            <a:pPr lvl="1"/>
            <a:r>
              <a:rPr lang="en-GB" dirty="0"/>
              <a:t>Process orchestration software manages the execution of the process but does not perform the tasks directly.</a:t>
            </a:r>
          </a:p>
          <a:p>
            <a:pPr lvl="1"/>
            <a:r>
              <a:rPr lang="en-GB" dirty="0"/>
              <a:t>Tasks are executed by endpoints, which can be people, software systems, or physical devices.</a:t>
            </a:r>
          </a:p>
          <a:p>
            <a:pPr lvl="1"/>
            <a:r>
              <a:rPr lang="en-GB" dirty="0"/>
              <a:t>The more diverse the endpoints, the greater the need for robust process orchestration software that allows for quick and flexible integration of those endpoints.</a:t>
            </a:r>
          </a:p>
          <a:p>
            <a:pPr lvl="1"/>
            <a:r>
              <a:rPr lang="en-GB" dirty="0"/>
              <a:t>For instance, individuals may be using various front-end devices or different applications that execute tasks when triggered via an API.</a:t>
            </a:r>
          </a:p>
        </p:txBody>
      </p:sp>
      <p:pic>
        <p:nvPicPr>
          <p:cNvPr id="5" name="Picture 4">
            <a:extLst>
              <a:ext uri="{FF2B5EF4-FFF2-40B4-BE49-F238E27FC236}">
                <a16:creationId xmlns:a16="http://schemas.microsoft.com/office/drawing/2014/main" id="{E389F886-1324-9AB4-3011-F57AA17D8CBB}"/>
              </a:ex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34408" y="5275551"/>
            <a:ext cx="4051883" cy="1515338"/>
          </a:xfrm>
          <a:prstGeom prst="rect">
            <a:avLst/>
          </a:prstGeom>
        </p:spPr>
      </p:pic>
    </p:spTree>
    <p:extLst>
      <p:ext uri="{BB962C8B-B14F-4D97-AF65-F5344CB8AC3E}">
        <p14:creationId xmlns:p14="http://schemas.microsoft.com/office/powerpoint/2010/main" val="3053398222"/>
      </p:ext>
    </p:extLst>
  </p:cSld>
  <p:clrMapOvr>
    <a:masterClrMapping/>
  </p:clrMapOvr>
  <p:transition spd="slow">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24D90-138D-B054-4249-FBB0B5B4F385}"/>
              </a:ext>
            </a:extLst>
          </p:cNvPr>
          <p:cNvSpPr>
            <a:spLocks noGrp="1"/>
          </p:cNvSpPr>
          <p:nvPr>
            <p:ph type="title"/>
          </p:nvPr>
        </p:nvSpPr>
        <p:spPr/>
        <p:txBody>
          <a:bodyPr>
            <a:normAutofit fontScale="90000"/>
          </a:bodyPr>
          <a:lstStyle/>
          <a:p>
            <a:r>
              <a:rPr lang="en-GB" dirty="0"/>
              <a:t>When do you need process orchestration? Count…</a:t>
            </a:r>
          </a:p>
        </p:txBody>
      </p:sp>
      <p:sp>
        <p:nvSpPr>
          <p:cNvPr id="3" name="Text Placeholder 2">
            <a:extLst>
              <a:ext uri="{FF2B5EF4-FFF2-40B4-BE49-F238E27FC236}">
                <a16:creationId xmlns:a16="http://schemas.microsoft.com/office/drawing/2014/main" id="{7ED33154-2BA9-3589-4AE7-D1AB039CAF30}"/>
              </a:ext>
            </a:extLst>
          </p:cNvPr>
          <p:cNvSpPr>
            <a:spLocks noGrp="1"/>
          </p:cNvSpPr>
          <p:nvPr>
            <p:ph type="body" sz="quarter" idx="11"/>
          </p:nvPr>
        </p:nvSpPr>
        <p:spPr>
          <a:xfrm>
            <a:off x="899591" y="1700808"/>
            <a:ext cx="7886700" cy="4608512"/>
          </a:xfrm>
        </p:spPr>
        <p:txBody>
          <a:bodyPr/>
          <a:lstStyle/>
          <a:p>
            <a:r>
              <a:rPr lang="en-GB" sz="1600" dirty="0"/>
              <a:t>Process complexity</a:t>
            </a:r>
          </a:p>
          <a:p>
            <a:pPr lvl="1"/>
            <a:r>
              <a:rPr lang="en-GB" sz="1600" dirty="0"/>
              <a:t>Coordinating the execution of tasks is essential for executing a process, as previously mentioned.</a:t>
            </a:r>
          </a:p>
          <a:p>
            <a:pPr lvl="1"/>
            <a:r>
              <a:rPr lang="en-GB" sz="1600" dirty="0"/>
              <a:t>Coordination is based on specific logic, which, in practice, is rarely a simple linear sequence of steps.</a:t>
            </a:r>
          </a:p>
          <a:p>
            <a:pPr lvl="1"/>
            <a:r>
              <a:rPr lang="en-GB" sz="1600" dirty="0"/>
              <a:t>Process logic is often more intricate and requires detailed description through advanced workflow techniques.</a:t>
            </a:r>
          </a:p>
          <a:p>
            <a:r>
              <a:rPr lang="en-GB" sz="1600" dirty="0"/>
              <a:t>Challenges in dealing with process complexity</a:t>
            </a:r>
          </a:p>
          <a:p>
            <a:pPr lvl="1"/>
            <a:r>
              <a:rPr lang="en-GB" sz="1600" dirty="0"/>
              <a:t>Alignment:</a:t>
            </a:r>
          </a:p>
          <a:p>
            <a:pPr lvl="2"/>
            <a:r>
              <a:rPr lang="en-GB" sz="1600" dirty="0"/>
              <a:t>Collaboration between technical and non-technical stakeholders is essential for designing, operating, and improving complex end-to-end processes.</a:t>
            </a:r>
          </a:p>
          <a:p>
            <a:pPr lvl="2"/>
            <a:r>
              <a:rPr lang="en-GB" sz="1600" dirty="0"/>
              <a:t>Achieving this collaboration can be challenging due to differing expertise and perspectives.</a:t>
            </a:r>
          </a:p>
          <a:p>
            <a:pPr lvl="1"/>
            <a:r>
              <a:rPr lang="en-GB" sz="1600" dirty="0"/>
              <a:t>Scalability and Resilience:</a:t>
            </a:r>
          </a:p>
          <a:p>
            <a:pPr lvl="2"/>
            <a:r>
              <a:rPr lang="en-GB" sz="1600" dirty="0"/>
              <a:t>Processes must be executed reliably and scaled to handle spikes, such as surges in ecommerce orders across systems and personnel.</a:t>
            </a:r>
          </a:p>
          <a:p>
            <a:pPr lvl="2"/>
            <a:r>
              <a:rPr lang="en-GB" sz="1600" dirty="0"/>
              <a:t>Orchestrators must ensure high availability by running orchestration logic redundantly across multiple data centres.</a:t>
            </a:r>
          </a:p>
        </p:txBody>
      </p:sp>
    </p:spTree>
    <p:extLst>
      <p:ext uri="{BB962C8B-B14F-4D97-AF65-F5344CB8AC3E}">
        <p14:creationId xmlns:p14="http://schemas.microsoft.com/office/powerpoint/2010/main" val="2135699972"/>
      </p:ext>
    </p:extLst>
  </p:cSld>
  <p:clrMapOvr>
    <a:masterClrMapping/>
  </p:clrMapOvr>
  <p:transition spd="slow">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2A3C7-86D8-EFC0-E0DD-7692EF941665}"/>
              </a:ext>
            </a:extLst>
          </p:cNvPr>
          <p:cNvSpPr>
            <a:spLocks noGrp="1"/>
          </p:cNvSpPr>
          <p:nvPr>
            <p:ph type="title"/>
          </p:nvPr>
        </p:nvSpPr>
        <p:spPr/>
        <p:txBody>
          <a:bodyPr/>
          <a:lstStyle/>
          <a:p>
            <a:r>
              <a:rPr lang="en-GB" dirty="0"/>
              <a:t>Advanced workflow patterns</a:t>
            </a:r>
          </a:p>
        </p:txBody>
      </p:sp>
      <p:sp>
        <p:nvSpPr>
          <p:cNvPr id="3" name="Text Placeholder 2">
            <a:extLst>
              <a:ext uri="{FF2B5EF4-FFF2-40B4-BE49-F238E27FC236}">
                <a16:creationId xmlns:a16="http://schemas.microsoft.com/office/drawing/2014/main" id="{94823AA4-C7A4-40EA-1058-2DA00B24F408}"/>
              </a:ext>
            </a:extLst>
          </p:cNvPr>
          <p:cNvSpPr>
            <a:spLocks noGrp="1"/>
          </p:cNvSpPr>
          <p:nvPr>
            <p:ph type="body" sz="quarter" idx="11"/>
          </p:nvPr>
        </p:nvSpPr>
        <p:spPr/>
        <p:txBody>
          <a:bodyPr/>
          <a:lstStyle/>
          <a:p>
            <a:r>
              <a:rPr lang="en-GB" dirty="0"/>
              <a:t>Largely end-to-end process automation limited to basic workflow patterns</a:t>
            </a:r>
          </a:p>
          <a:p>
            <a:pPr lvl="1"/>
            <a:r>
              <a:rPr lang="en-GB" dirty="0"/>
              <a:t>Steps in a sequence</a:t>
            </a:r>
          </a:p>
          <a:p>
            <a:pPr lvl="1"/>
            <a:r>
              <a:rPr lang="en-GB" dirty="0"/>
              <a:t>Branches for if/then-based processes</a:t>
            </a:r>
          </a:p>
          <a:p>
            <a:pPr lvl="1"/>
            <a:r>
              <a:rPr lang="en-GB" dirty="0"/>
              <a:t>Parallel execution of steps</a:t>
            </a:r>
          </a:p>
          <a:p>
            <a:r>
              <a:rPr lang="en-GB" dirty="0"/>
              <a:t>This is sufficient for local task automation</a:t>
            </a:r>
          </a:p>
          <a:p>
            <a:pPr lvl="1"/>
            <a:r>
              <a:rPr lang="en-GB" dirty="0"/>
              <a:t>E.g. work that an application user does in the user interface </a:t>
            </a:r>
          </a:p>
          <a:p>
            <a:pPr lvl="1"/>
            <a:endParaRPr lang="en-GB" dirty="0"/>
          </a:p>
        </p:txBody>
      </p:sp>
      <p:pic>
        <p:nvPicPr>
          <p:cNvPr id="5" name="Picture 4" descr="A diagram of a flowchart">
            <a:extLst>
              <a:ext uri="{FF2B5EF4-FFF2-40B4-BE49-F238E27FC236}">
                <a16:creationId xmlns:a16="http://schemas.microsoft.com/office/drawing/2014/main" id="{59C4FB60-4530-CA91-28B7-C33B348F5D8C}"/>
              </a:ext>
              <a:ext uri="{C183D7F6-B498-43B3-948B-1728B52AA6E4}">
                <adec:decorative xmlns:adec="http://schemas.microsoft.com/office/drawing/2017/decorative" val="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68072" y="4077313"/>
            <a:ext cx="5790501" cy="2601620"/>
          </a:xfrm>
          <a:prstGeom prst="rect">
            <a:avLst/>
          </a:prstGeom>
        </p:spPr>
      </p:pic>
    </p:spTree>
    <p:extLst>
      <p:ext uri="{BB962C8B-B14F-4D97-AF65-F5344CB8AC3E}">
        <p14:creationId xmlns:p14="http://schemas.microsoft.com/office/powerpoint/2010/main" val="3624690228"/>
      </p:ext>
    </p:extLst>
  </p:cSld>
  <p:clrMapOvr>
    <a:masterClrMapping/>
  </p:clrMapOvr>
  <p:transition spd="slow">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7EDC6B-2F19-A102-1FE3-1477553787FC}"/>
              </a:ext>
            </a:extLst>
          </p:cNvPr>
          <p:cNvSpPr>
            <a:spLocks noGrp="1"/>
          </p:cNvSpPr>
          <p:nvPr>
            <p:ph type="title"/>
          </p:nvPr>
        </p:nvSpPr>
        <p:spPr/>
        <p:txBody>
          <a:bodyPr/>
          <a:lstStyle/>
          <a:p>
            <a:r>
              <a:rPr lang="en-GB" dirty="0"/>
              <a:t>Advanced workflow patterns</a:t>
            </a:r>
          </a:p>
        </p:txBody>
      </p:sp>
      <p:sp>
        <p:nvSpPr>
          <p:cNvPr id="3" name="Text Placeholder 2">
            <a:extLst>
              <a:ext uri="{FF2B5EF4-FFF2-40B4-BE49-F238E27FC236}">
                <a16:creationId xmlns:a16="http://schemas.microsoft.com/office/drawing/2014/main" id="{B8F42DEE-73EF-0C82-DBBE-9100CF7BA64F}"/>
              </a:ext>
            </a:extLst>
          </p:cNvPr>
          <p:cNvSpPr>
            <a:spLocks noGrp="1"/>
          </p:cNvSpPr>
          <p:nvPr>
            <p:ph type="body" sz="quarter" idx="11"/>
          </p:nvPr>
        </p:nvSpPr>
        <p:spPr/>
        <p:txBody>
          <a:bodyPr/>
          <a:lstStyle/>
          <a:p>
            <a:pPr marL="9525" indent="0">
              <a:buNone/>
            </a:pPr>
            <a:r>
              <a:rPr lang="en-GB" sz="2400" b="1" dirty="0"/>
              <a:t>Examples</a:t>
            </a:r>
          </a:p>
          <a:p>
            <a:r>
              <a:rPr lang="en-GB" dirty="0"/>
              <a:t>Dynamic parallel execution:</a:t>
            </a:r>
          </a:p>
          <a:p>
            <a:pPr lvl="1"/>
            <a:r>
              <a:rPr lang="en-GB" dirty="0"/>
              <a:t>Dynamically coordinating many tasks at the same time</a:t>
            </a:r>
          </a:p>
          <a:p>
            <a:pPr lvl="2"/>
            <a:r>
              <a:rPr lang="en-GB" dirty="0"/>
              <a:t>A home appliance store receives 10 "click and collect" orders through its website. The store must process these orders simultaneously, ensuring the items are reserved for pickup and removed from the online stock. This requires dynamic coordination of multiple tasks as each order is placed.</a:t>
            </a:r>
          </a:p>
          <a:p>
            <a:r>
              <a:rPr lang="en-GB" dirty="0"/>
              <a:t>Message correlation + abortion</a:t>
            </a:r>
          </a:p>
          <a:p>
            <a:pPr lvl="1"/>
            <a:r>
              <a:rPr lang="en-GB" dirty="0"/>
              <a:t>Lack of message correlation</a:t>
            </a:r>
          </a:p>
          <a:p>
            <a:pPr lvl="2"/>
            <a:r>
              <a:rPr lang="en-GB" dirty="0"/>
              <a:t>A customer tries resolving an issue through a company's app but ends up calling customer support. Frustration arises when the agent is unaware of the steps already taken online. The business needs a unique identifier to link the customer's online activity with their phone call, which can be technically difficult to implement on a large scale</a:t>
            </a:r>
          </a:p>
        </p:txBody>
      </p:sp>
    </p:spTree>
    <p:extLst>
      <p:ext uri="{BB962C8B-B14F-4D97-AF65-F5344CB8AC3E}">
        <p14:creationId xmlns:p14="http://schemas.microsoft.com/office/powerpoint/2010/main" val="4160548952"/>
      </p:ext>
    </p:extLst>
  </p:cSld>
  <p:clrMapOvr>
    <a:masterClrMapping/>
  </p:clrMapOvr>
  <p:transition spd="slow">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7EDC6B-2F19-A102-1FE3-1477553787FC}"/>
              </a:ext>
            </a:extLst>
          </p:cNvPr>
          <p:cNvSpPr>
            <a:spLocks noGrp="1"/>
          </p:cNvSpPr>
          <p:nvPr>
            <p:ph type="title"/>
          </p:nvPr>
        </p:nvSpPr>
        <p:spPr/>
        <p:txBody>
          <a:bodyPr>
            <a:normAutofit/>
          </a:bodyPr>
          <a:lstStyle/>
          <a:p>
            <a:r>
              <a:rPr lang="en-GB" dirty="0"/>
              <a:t>Advanced workflow patterns</a:t>
            </a:r>
          </a:p>
        </p:txBody>
      </p:sp>
      <p:sp>
        <p:nvSpPr>
          <p:cNvPr id="3" name="Text Placeholder 2">
            <a:extLst>
              <a:ext uri="{FF2B5EF4-FFF2-40B4-BE49-F238E27FC236}">
                <a16:creationId xmlns:a16="http://schemas.microsoft.com/office/drawing/2014/main" id="{B8F42DEE-73EF-0C82-DBBE-9100CF7BA64F}"/>
              </a:ext>
            </a:extLst>
          </p:cNvPr>
          <p:cNvSpPr>
            <a:spLocks noGrp="1"/>
          </p:cNvSpPr>
          <p:nvPr>
            <p:ph type="body" sz="quarter" idx="11"/>
          </p:nvPr>
        </p:nvSpPr>
        <p:spPr/>
        <p:txBody>
          <a:bodyPr/>
          <a:lstStyle/>
          <a:p>
            <a:pPr marL="9525" indent="0">
              <a:buNone/>
            </a:pPr>
            <a:r>
              <a:rPr lang="en-GB" sz="2400" b="1" dirty="0"/>
              <a:t>Examples</a:t>
            </a:r>
          </a:p>
          <a:p>
            <a:r>
              <a:rPr lang="en-GB" dirty="0"/>
              <a:t>Time-based escalation</a:t>
            </a:r>
          </a:p>
          <a:p>
            <a:pPr lvl="1"/>
            <a:r>
              <a:rPr lang="en-GB" dirty="0"/>
              <a:t>Escalating processes that aren’t completed within a specific window of time</a:t>
            </a:r>
          </a:p>
          <a:p>
            <a:pPr lvl="2"/>
            <a:r>
              <a:rPr lang="en-GB" dirty="0"/>
              <a:t>A professional services firm issues an invoice to a customer, and the invoice is not paid on time. An accounting software system prompts the customer to pay the invoice with an automated email coming from the service provider’s business email address. In this case, the process is coordinated across both the firm’s business email and accounting system.</a:t>
            </a:r>
          </a:p>
        </p:txBody>
      </p:sp>
    </p:spTree>
    <p:extLst>
      <p:ext uri="{BB962C8B-B14F-4D97-AF65-F5344CB8AC3E}">
        <p14:creationId xmlns:p14="http://schemas.microsoft.com/office/powerpoint/2010/main" val="3216272507"/>
      </p:ext>
    </p:extLst>
  </p:cSld>
  <p:clrMapOvr>
    <a:masterClrMapping/>
  </p:clrMapOvr>
  <p:transition spd="slow">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BD21A-0638-8F29-BBDB-740B671A8FE3}"/>
              </a:ext>
            </a:extLst>
          </p:cNvPr>
          <p:cNvSpPr>
            <a:spLocks noGrp="1"/>
          </p:cNvSpPr>
          <p:nvPr>
            <p:ph type="title"/>
          </p:nvPr>
        </p:nvSpPr>
        <p:spPr/>
        <p:txBody>
          <a:bodyPr>
            <a:normAutofit/>
          </a:bodyPr>
          <a:lstStyle/>
          <a:p>
            <a:r>
              <a:rPr lang="en-GB" dirty="0"/>
              <a:t>Process orchestration and the automation</a:t>
            </a:r>
          </a:p>
        </p:txBody>
      </p:sp>
      <p:sp>
        <p:nvSpPr>
          <p:cNvPr id="3" name="Text Placeholder 2">
            <a:extLst>
              <a:ext uri="{FF2B5EF4-FFF2-40B4-BE49-F238E27FC236}">
                <a16:creationId xmlns:a16="http://schemas.microsoft.com/office/drawing/2014/main" id="{A2C75808-F190-34A1-5CA8-3CAE3F8AAD88}"/>
              </a:ext>
            </a:extLst>
          </p:cNvPr>
          <p:cNvSpPr>
            <a:spLocks noGrp="1"/>
          </p:cNvSpPr>
          <p:nvPr>
            <p:ph type="body" sz="quarter" idx="11"/>
          </p:nvPr>
        </p:nvSpPr>
        <p:spPr>
          <a:xfrm>
            <a:off x="899590" y="1700808"/>
            <a:ext cx="8110185" cy="4608512"/>
          </a:xfrm>
        </p:spPr>
        <p:txBody>
          <a:bodyPr/>
          <a:lstStyle/>
          <a:p>
            <a:r>
              <a:rPr lang="en-GB" dirty="0"/>
              <a:t>Process orchestration is usually combined with other technologies to get complete coverage of your organization’s automation needs. </a:t>
            </a:r>
          </a:p>
        </p:txBody>
      </p:sp>
      <p:pic>
        <p:nvPicPr>
          <p:cNvPr id="7" name="Picture 6" descr="Process orchestration and the automation">
            <a:extLst>
              <a:ext uri="{FF2B5EF4-FFF2-40B4-BE49-F238E27FC236}">
                <a16:creationId xmlns:a16="http://schemas.microsoft.com/office/drawing/2014/main" id="{1CD6FA90-B051-5B76-6566-137F8D318CD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562449" y="2286462"/>
            <a:ext cx="6356757" cy="4468551"/>
          </a:xfrm>
          <a:prstGeom prst="rect">
            <a:avLst/>
          </a:prstGeom>
        </p:spPr>
      </p:pic>
    </p:spTree>
    <p:extLst>
      <p:ext uri="{BB962C8B-B14F-4D97-AF65-F5344CB8AC3E}">
        <p14:creationId xmlns:p14="http://schemas.microsoft.com/office/powerpoint/2010/main" val="247734093"/>
      </p:ext>
    </p:extLst>
  </p:cSld>
  <p:clrMapOvr>
    <a:masterClrMapping/>
  </p:clrMapOvr>
  <p:transition spd="slow">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43675-15E3-81CA-221F-8B45A92EDBF6}"/>
              </a:ext>
            </a:extLst>
          </p:cNvPr>
          <p:cNvSpPr>
            <a:spLocks noGrp="1"/>
          </p:cNvSpPr>
          <p:nvPr>
            <p:ph type="title"/>
          </p:nvPr>
        </p:nvSpPr>
        <p:spPr/>
        <p:txBody>
          <a:bodyPr/>
          <a:lstStyle/>
          <a:p>
            <a:r>
              <a:rPr lang="en-GB" dirty="0">
                <a:ea typeface="ＭＳ Ｐゴシック"/>
              </a:rPr>
              <a:t>The Hyper-automation Tech Stack</a:t>
            </a:r>
          </a:p>
        </p:txBody>
      </p:sp>
      <p:sp>
        <p:nvSpPr>
          <p:cNvPr id="3" name="Text Placeholder 2">
            <a:extLst>
              <a:ext uri="{FF2B5EF4-FFF2-40B4-BE49-F238E27FC236}">
                <a16:creationId xmlns:a16="http://schemas.microsoft.com/office/drawing/2014/main" id="{64BDD7E6-A3C2-BC5E-AFA6-C90A00A89353}"/>
              </a:ext>
            </a:extLst>
          </p:cNvPr>
          <p:cNvSpPr>
            <a:spLocks noGrp="1"/>
          </p:cNvSpPr>
          <p:nvPr>
            <p:ph type="body" sz="quarter" idx="11"/>
          </p:nvPr>
        </p:nvSpPr>
        <p:spPr/>
        <p:txBody>
          <a:bodyPr/>
          <a:lstStyle/>
          <a:p>
            <a:endParaRPr lang="en-GB"/>
          </a:p>
        </p:txBody>
      </p:sp>
      <p:pic>
        <p:nvPicPr>
          <p:cNvPr id="5" name="Picture 4" descr="The Hyperautomation Tech Stack">
            <a:extLst>
              <a:ext uri="{FF2B5EF4-FFF2-40B4-BE49-F238E27FC236}">
                <a16:creationId xmlns:a16="http://schemas.microsoft.com/office/drawing/2014/main" id="{66DCAE9E-635A-4F30-B84C-028514CF6C4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2009" y="2360173"/>
            <a:ext cx="7772400" cy="3289783"/>
          </a:xfrm>
          <a:prstGeom prst="rect">
            <a:avLst/>
          </a:prstGeom>
        </p:spPr>
      </p:pic>
    </p:spTree>
    <p:extLst>
      <p:ext uri="{BB962C8B-B14F-4D97-AF65-F5344CB8AC3E}">
        <p14:creationId xmlns:p14="http://schemas.microsoft.com/office/powerpoint/2010/main" val="3312009774"/>
      </p:ext>
    </p:extLst>
  </p:cSld>
  <p:clrMapOvr>
    <a:masterClrMapping/>
  </p:clrMapOvr>
  <p:transition spd="slow">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405C64-FBFB-FF1E-69B0-9EA89375D118}"/>
              </a:ext>
            </a:extLst>
          </p:cNvPr>
          <p:cNvSpPr>
            <a:spLocks noGrp="1"/>
          </p:cNvSpPr>
          <p:nvPr>
            <p:ph type="title"/>
          </p:nvPr>
        </p:nvSpPr>
        <p:spPr/>
        <p:txBody>
          <a:bodyPr/>
          <a:lstStyle/>
          <a:p>
            <a:r>
              <a:rPr lang="en-GB" dirty="0"/>
              <a:t>Camunda Why? &amp; How?</a:t>
            </a:r>
          </a:p>
        </p:txBody>
      </p:sp>
      <p:sp>
        <p:nvSpPr>
          <p:cNvPr id="3" name="Text Placeholder 2">
            <a:extLst>
              <a:ext uri="{FF2B5EF4-FFF2-40B4-BE49-F238E27FC236}">
                <a16:creationId xmlns:a16="http://schemas.microsoft.com/office/drawing/2014/main" id="{30AF7923-935B-8562-03CA-4250B0C57379}"/>
              </a:ext>
            </a:extLst>
          </p:cNvPr>
          <p:cNvSpPr>
            <a:spLocks noGrp="1"/>
          </p:cNvSpPr>
          <p:nvPr>
            <p:ph type="body" sz="quarter" idx="11"/>
          </p:nvPr>
        </p:nvSpPr>
        <p:spPr/>
        <p:txBody>
          <a:bodyPr/>
          <a:lstStyle/>
          <a:p>
            <a:r>
              <a:rPr lang="en-GB" dirty="0"/>
              <a:t>Camunda has supported organisations globally in transforming complex business processes involving people, systems, and devices into seamless, scalable customer experiences.</a:t>
            </a:r>
          </a:p>
          <a:p>
            <a:r>
              <a:rPr lang="en-GB" dirty="0"/>
              <a:t>It is designed for universal connectivity, enabling smooth integration with all endpoints involved in end-to-end business processes, including microservices and legacy systems.</a:t>
            </a:r>
          </a:p>
          <a:p>
            <a:r>
              <a:rPr lang="en-GB" dirty="0"/>
              <a:t>Camunda achieves this through a connectivity ecosystem, featuring built-in connectors and an integration framework to speed up connector creation.</a:t>
            </a:r>
          </a:p>
          <a:p>
            <a:r>
              <a:rPr lang="en-GB" dirty="0"/>
              <a:t>These connectors can be reused in a low-code modelling environment, further enhancing flexibility and efficiency.</a:t>
            </a:r>
          </a:p>
        </p:txBody>
      </p:sp>
      <p:pic>
        <p:nvPicPr>
          <p:cNvPr id="1026" name="Picture 2" descr="Camunda-logo &#10;">
            <a:extLst>
              <a:ext uri="{FF2B5EF4-FFF2-40B4-BE49-F238E27FC236}">
                <a16:creationId xmlns:a16="http://schemas.microsoft.com/office/drawing/2014/main" id="{1CE19759-8F23-715A-BE21-A1B472B564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05181" y="4942247"/>
            <a:ext cx="2981109" cy="17167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4078518"/>
      </p:ext>
    </p:extLst>
  </p:cSld>
  <p:clrMapOvr>
    <a:masterClrMapping/>
  </p:clrMapOvr>
  <p:transition spd="slow">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10EE76-8E2B-368B-6863-023122CB73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A17F16-DDFB-DB08-4C2A-BE5E93C865A4}"/>
              </a:ext>
            </a:extLst>
          </p:cNvPr>
          <p:cNvSpPr>
            <a:spLocks noGrp="1"/>
          </p:cNvSpPr>
          <p:nvPr>
            <p:ph type="title"/>
          </p:nvPr>
        </p:nvSpPr>
        <p:spPr>
          <a:xfrm>
            <a:off x="2203226" y="5546130"/>
            <a:ext cx="6083524" cy="643275"/>
          </a:xfrm>
        </p:spPr>
        <p:txBody>
          <a:bodyPr>
            <a:normAutofit/>
          </a:bodyPr>
          <a:lstStyle/>
          <a:p>
            <a:pPr algn="ctr"/>
            <a:r>
              <a:rPr lang="en-GB" altLang="en-US" sz="3600" dirty="0"/>
              <a:t>Any questions?</a:t>
            </a:r>
            <a:endParaRPr lang="en-GB" dirty="0"/>
          </a:p>
        </p:txBody>
      </p:sp>
      <p:sp>
        <p:nvSpPr>
          <p:cNvPr id="3" name="Text Placeholder 2">
            <a:extLst>
              <a:ext uri="{FF2B5EF4-FFF2-40B4-BE49-F238E27FC236}">
                <a16:creationId xmlns:a16="http://schemas.microsoft.com/office/drawing/2014/main" id="{39E792B8-AB07-ECE2-A5B7-EB87FFA0DB89}"/>
              </a:ext>
            </a:extLst>
          </p:cNvPr>
          <p:cNvSpPr>
            <a:spLocks noGrp="1"/>
          </p:cNvSpPr>
          <p:nvPr>
            <p:ph type="body" sz="quarter" idx="15"/>
          </p:nvPr>
        </p:nvSpPr>
        <p:spPr/>
        <p:txBody>
          <a:bodyPr/>
          <a:lstStyle/>
          <a:p>
            <a:endParaRPr lang="en-GB"/>
          </a:p>
        </p:txBody>
      </p:sp>
      <p:sp>
        <p:nvSpPr>
          <p:cNvPr id="4" name="Text Placeholder 3">
            <a:extLst>
              <a:ext uri="{FF2B5EF4-FFF2-40B4-BE49-F238E27FC236}">
                <a16:creationId xmlns:a16="http://schemas.microsoft.com/office/drawing/2014/main" id="{57DEE58D-15F6-7CF8-51D5-F3A7AABE1E61}"/>
              </a:ext>
            </a:extLst>
          </p:cNvPr>
          <p:cNvSpPr>
            <a:spLocks noGrp="1"/>
          </p:cNvSpPr>
          <p:nvPr>
            <p:ph type="body" sz="quarter" idx="16"/>
          </p:nvPr>
        </p:nvSpPr>
        <p:spPr/>
        <p:txBody>
          <a:bodyPr/>
          <a:lstStyle/>
          <a:p>
            <a:r>
              <a:rPr lang="en-GB" dirty="0"/>
              <a:t>Dr David Wyatt</a:t>
            </a:r>
          </a:p>
        </p:txBody>
      </p:sp>
      <p:sp>
        <p:nvSpPr>
          <p:cNvPr id="6" name="Text Placeholder 5">
            <a:extLst>
              <a:ext uri="{FF2B5EF4-FFF2-40B4-BE49-F238E27FC236}">
                <a16:creationId xmlns:a16="http://schemas.microsoft.com/office/drawing/2014/main" id="{26C41372-FB65-EDB9-31A3-E19677E14963}"/>
              </a:ext>
            </a:extLst>
          </p:cNvPr>
          <p:cNvSpPr>
            <a:spLocks noGrp="1"/>
          </p:cNvSpPr>
          <p:nvPr>
            <p:ph type="body" sz="quarter" idx="18"/>
          </p:nvPr>
        </p:nvSpPr>
        <p:spPr/>
        <p:txBody>
          <a:bodyPr/>
          <a:lstStyle/>
          <a:p>
            <a:endParaRPr lang="en-GB" dirty="0"/>
          </a:p>
        </p:txBody>
      </p:sp>
      <p:pic>
        <p:nvPicPr>
          <p:cNvPr id="10" name="Picture 9">
            <a:extLst>
              <a:ext uri="{FF2B5EF4-FFF2-40B4-BE49-F238E27FC236}">
                <a16:creationId xmlns:a16="http://schemas.microsoft.com/office/drawing/2014/main" id="{C3FDB7ED-33F3-DFE3-6071-74049D0023D8}"/>
              </a:ext>
              <a:ext uri="{C183D7F6-B498-43B3-948B-1728B52AA6E4}">
                <adec:decorative xmlns:adec="http://schemas.microsoft.com/office/drawing/2017/decorative" val="1"/>
              </a:ext>
            </a:extLst>
          </p:cNvPr>
          <p:cNvPicPr>
            <a:picLocks noChangeAspect="1"/>
          </p:cNvPicPr>
          <p:nvPr/>
        </p:nvPicPr>
        <p:blipFill>
          <a:blip r:embed="rId2" cstate="print">
            <a:duotone>
              <a:prstClr val="black"/>
              <a:srgbClr val="D9C3A5">
                <a:tint val="50000"/>
                <a:satMod val="180000"/>
              </a:srgbClr>
            </a:duotone>
            <a:extLst>
              <a:ext uri="{28A0092B-C50C-407E-A947-70E740481C1C}">
                <a14:useLocalDpi xmlns:a14="http://schemas.microsoft.com/office/drawing/2010/main" val="0"/>
              </a:ext>
            </a:extLst>
          </a:blip>
          <a:stretch>
            <a:fillRect/>
          </a:stretch>
        </p:blipFill>
        <p:spPr>
          <a:xfrm>
            <a:off x="3462522" y="2498124"/>
            <a:ext cx="3048006" cy="3048006"/>
          </a:xfrm>
          <a:prstGeom prst="rect">
            <a:avLst/>
          </a:prstGeom>
        </p:spPr>
      </p:pic>
      <p:sp>
        <p:nvSpPr>
          <p:cNvPr id="11" name="Title 1">
            <a:extLst>
              <a:ext uri="{FF2B5EF4-FFF2-40B4-BE49-F238E27FC236}">
                <a16:creationId xmlns:a16="http://schemas.microsoft.com/office/drawing/2014/main" id="{FFE768E2-D838-F52C-2663-333B8F28EB4E}"/>
              </a:ext>
            </a:extLst>
          </p:cNvPr>
          <p:cNvSpPr txBox="1">
            <a:spLocks/>
          </p:cNvSpPr>
          <p:nvPr/>
        </p:nvSpPr>
        <p:spPr>
          <a:xfrm>
            <a:off x="2203226" y="1698978"/>
            <a:ext cx="6083524" cy="951546"/>
          </a:xfrm>
          <a:prstGeom prst="rect">
            <a:avLst/>
          </a:prstGeom>
        </p:spPr>
        <p:txBody>
          <a:bodyPr vert="horz" lIns="0" tIns="0" rIns="0" bIns="0" rtlCol="0" anchor="t" anchorCtr="0">
            <a:normAutofit/>
          </a:bodyPr>
          <a:lstStyle>
            <a:lvl1pPr algn="l" defTabSz="606425" rtl="0" eaLnBrk="1" fontAlgn="base" hangingPunct="1">
              <a:spcBef>
                <a:spcPct val="0"/>
              </a:spcBef>
              <a:spcAft>
                <a:spcPct val="0"/>
              </a:spcAft>
              <a:defRPr sz="3600" kern="1200">
                <a:solidFill>
                  <a:schemeClr val="bg1"/>
                </a:solidFill>
                <a:latin typeface="+mj-lt"/>
                <a:ea typeface="ＭＳ Ｐゴシック" charset="0"/>
                <a:cs typeface="ＭＳ Ｐゴシック" charset="0"/>
              </a:defRPr>
            </a:lvl1pPr>
            <a:lvl2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2pPr>
            <a:lvl3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3pPr>
            <a:lvl4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4pPr>
            <a:lvl5pPr algn="ctr" defTabSz="606425" rtl="0" eaLnBrk="1" fontAlgn="base" hangingPunct="1">
              <a:spcBef>
                <a:spcPct val="0"/>
              </a:spcBef>
              <a:spcAft>
                <a:spcPct val="0"/>
              </a:spcAft>
              <a:defRPr sz="5800">
                <a:solidFill>
                  <a:schemeClr val="tx1"/>
                </a:solidFill>
                <a:latin typeface="Calibri" charset="0"/>
                <a:ea typeface="ＭＳ Ｐゴシック" charset="0"/>
                <a:cs typeface="ＭＳ Ｐゴシック" charset="0"/>
              </a:defRPr>
            </a:lvl5pPr>
            <a:lvl6pPr marL="609555"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6pPr>
            <a:lvl7pPr marL="1219110"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7pPr>
            <a:lvl8pPr marL="1828664"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8pPr>
            <a:lvl9pPr marL="2438218" algn="ctr" defTabSz="609555" rtl="0" eaLnBrk="1" fontAlgn="base" hangingPunct="1">
              <a:spcBef>
                <a:spcPct val="0"/>
              </a:spcBef>
              <a:spcAft>
                <a:spcPct val="0"/>
              </a:spcAft>
              <a:defRPr sz="5867">
                <a:solidFill>
                  <a:schemeClr val="tx1"/>
                </a:solidFill>
                <a:latin typeface="Calibri" charset="0"/>
                <a:ea typeface="ＭＳ Ｐゴシック" charset="0"/>
                <a:cs typeface="ＭＳ Ｐゴシック" charset="0"/>
              </a:defRPr>
            </a:lvl9pPr>
          </a:lstStyle>
          <a:p>
            <a:pPr algn="ctr"/>
            <a:r>
              <a:rPr lang="en-GB" altLang="en-US" dirty="0"/>
              <a:t>Thank you for your attention</a:t>
            </a:r>
            <a:endParaRPr lang="en-GB" dirty="0"/>
          </a:p>
        </p:txBody>
      </p:sp>
    </p:spTree>
    <p:extLst>
      <p:ext uri="{BB962C8B-B14F-4D97-AF65-F5344CB8AC3E}">
        <p14:creationId xmlns:p14="http://schemas.microsoft.com/office/powerpoint/2010/main" val="1653041656"/>
      </p:ext>
    </p:extLst>
  </p:cSld>
  <p:clrMapOvr>
    <a:masterClrMapping/>
  </p:clrMapOvr>
  <p:transition spd="slow">
    <p:fade/>
  </p:transition>
</p:sld>
</file>

<file path=ppt/tags/tag1.xml><?xml version="1.0" encoding="utf-8"?>
<p:tagLst xmlns:a="http://schemas.openxmlformats.org/drawingml/2006/main" xmlns:r="http://schemas.openxmlformats.org/officeDocument/2006/relationships" xmlns:p="http://schemas.openxmlformats.org/presentationml/2006/main">
  <p:tag name="MMPROD_UIDATA" val="&lt;database version=&quot;8.0&quot;&gt;&lt;object type=&quot;1&quot; unique_id=&quot;10001&quot;&gt;&lt;object type=&quot;2&quot; unique_id=&quot;10073&quot;&gt;&lt;object type=&quot;3&quot; unique_id=&quot;10074&quot;&gt;&lt;property id=&quot;20148&quot; value=&quot;5&quot;/&gt;&lt;property id=&quot;20300&quot; value=&quot;Slide 1&quot;/&gt;&lt;property id=&quot;20307&quot; value=&quot;256&quot;/&gt;&lt;/object&gt;&lt;object type=&quot;3&quot; unique_id=&quot;10075&quot;&gt;&lt;property id=&quot;20148&quot; value=&quot;5&quot;/&gt;&lt;property id=&quot;20300&quot; value=&quot;Slide 2&quot;/&gt;&lt;property id=&quot;20307&quot; value=&quot;260&quot;/&gt;&lt;/object&gt;&lt;object type=&quot;3&quot; unique_id=&quot;10076&quot;&gt;&lt;property id=&quot;20148&quot; value=&quot;5&quot;/&gt;&lt;property id=&quot;20300&quot; value=&quot;Slide 3&quot;/&gt;&lt;property id=&quot;20307&quot; value=&quot;267&quot;/&gt;&lt;/object&gt;&lt;object type=&quot;3&quot; unique_id=&quot;10077&quot;&gt;&lt;property id=&quot;20148&quot; value=&quot;5&quot;/&gt;&lt;property id=&quot;20300&quot; value=&quot;Slide 4&quot;/&gt;&lt;property id=&quot;20307&quot; value=&quot;264&quot;/&gt;&lt;/object&gt;&lt;object type=&quot;3&quot; unique_id=&quot;10078&quot;&gt;&lt;property id=&quot;20148&quot; value=&quot;5&quot;/&gt;&lt;property id=&quot;20300&quot; value=&quot;Slide 5&quot;/&gt;&lt;property id=&quot;20307&quot; value=&quot;268&quot;/&gt;&lt;/object&gt;&lt;object type=&quot;3&quot; unique_id=&quot;10079&quot;&gt;&lt;property id=&quot;20148&quot; value=&quot;5&quot;/&gt;&lt;property id=&quot;20300&quot; value=&quot;Slide 6&quot;/&gt;&lt;property id=&quot;20307&quot; value=&quot;265&quot;/&gt;&lt;/object&gt;&lt;object type=&quot;3&quot; unique_id=&quot;10080&quot;&gt;&lt;property id=&quot;20148&quot; value=&quot;5&quot;/&gt;&lt;property id=&quot;20300&quot; value=&quot;Slide 7&quot;/&gt;&lt;property id=&quot;20307&quot; value=&quot;266&quot;/&gt;&lt;/object&gt;&lt;object type=&quot;3&quot; unique_id=&quot;10081&quot;&gt;&lt;property id=&quot;20148&quot; value=&quot;5&quot;/&gt;&lt;property id=&quot;20300&quot; value=&quot;Slide 8&quot;/&gt;&lt;property id=&quot;20307&quot; value=&quot;262&quot;/&gt;&lt;/object&gt;&lt;object type=&quot;3&quot; unique_id=&quot;10082&quot;&gt;&lt;property id=&quot;20148&quot; value=&quot;5&quot;/&gt;&lt;property id=&quot;20300&quot; value=&quot;Slide 9&quot;/&gt;&lt;property id=&quot;20307&quot; value=&quot;269&quot;/&gt;&lt;/object&gt;&lt;object type=&quot;3&quot; unique_id=&quot;10083&quot;&gt;&lt;property id=&quot;20148&quot; value=&quot;5&quot;/&gt;&lt;property id=&quot;20300&quot; value=&quot;Slide 10&quot;/&gt;&lt;property id=&quot;20307&quot; value=&quot;259&quot;/&gt;&lt;/object&gt;&lt;/object&gt;&lt;object type=&quot;8&quot; unique_id=&quot;10095&quot;&gt;&lt;/object&gt;&lt;/object&gt;&lt;/database&gt;"/>
  <p:tag name="MMPROD_NEXTUNIQUEID" val="10009"/>
  <p:tag name="SECTOMILLISECCONVERTED" val="1"/>
</p:tagLst>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PT template sky standard" id="{52560AC1-BBE7-DA4F-9F42-B907461B0F24}" vid="{5E483FDD-D17B-7F42-8614-BB348032E138}"/>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Document_x0020_Type xmlns="3a4ab234-afbc-41ab-b2db-358d80304e46">Main Issue</Document_x0020_Type>
    <_dlc_DocId xmlns="037ba92a-5764-4297-b5f7-6ea117412624">NAYYJSKVSPAS-2-1608</_dlc_DocId>
    <_dlc_DocIdUrl xmlns="037ba92a-5764-4297-b5f7-6ea117412624">
      <Url>https://docs.uwe.ac.uk/ou/Communications/_layouts/15/DocIdRedir.aspx?ID=NAYYJSKVSPAS-2-1608</Url>
      <Description>NAYYJSKVSPAS-2-1608</Description>
    </_dlc_DocIdUrl>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2FC3F4283AECA48BCBDDFCF4103160C" ma:contentTypeVersion="2" ma:contentTypeDescription="Create a new document." ma:contentTypeScope="" ma:versionID="71a29f68b18f52e7e0b329625759c092">
  <xsd:schema xmlns:xsd="http://www.w3.org/2001/XMLSchema" xmlns:xs="http://www.w3.org/2001/XMLSchema" xmlns:p="http://schemas.microsoft.com/office/2006/metadata/properties" xmlns:ns2="037ba92a-5764-4297-b5f7-6ea117412624" xmlns:ns3="3a4ab234-afbc-41ab-b2db-358d80304e46" targetNamespace="http://schemas.microsoft.com/office/2006/metadata/properties" ma:root="true" ma:fieldsID="a458c3587d291faf4ca1653387720a89" ns2:_="" ns3:_="">
    <xsd:import namespace="037ba92a-5764-4297-b5f7-6ea117412624"/>
    <xsd:import namespace="3a4ab234-afbc-41ab-b2db-358d80304e46"/>
    <xsd:element name="properties">
      <xsd:complexType>
        <xsd:sequence>
          <xsd:element name="documentManagement">
            <xsd:complexType>
              <xsd:all>
                <xsd:element ref="ns2:_dlc_DocId" minOccurs="0"/>
                <xsd:element ref="ns2:_dlc_DocIdUrl" minOccurs="0"/>
                <xsd:element ref="ns2:_dlc_DocIdPersistId" minOccurs="0"/>
                <xsd:element ref="ns3:Document_x0020_Typ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37ba92a-5764-4297-b5f7-6ea117412624"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3a4ab234-afbc-41ab-b2db-358d80304e46" elementFormDefault="qualified">
    <xsd:import namespace="http://schemas.microsoft.com/office/2006/documentManagement/types"/>
    <xsd:import namespace="http://schemas.microsoft.com/office/infopath/2007/PartnerControls"/>
    <xsd:element name="Document_x0020_Type" ma:index="11" nillable="true" ma:displayName="Document Type" ma:default="Main Issue" ma:description="Specify type of document to help with filtered views" ma:format="Dropdown" ma:internalName="Document_x0020_Type">
      <xsd:simpleType>
        <xsd:restriction base="dms:Choice">
          <xsd:enumeration value="Main Issue"/>
          <xsd:enumeration value="Supporting"/>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Version=15.0.0.0,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AC5552B4-89B5-4F8D-B1E4-E0A34EA58D51}">
  <ds:schemaRefs>
    <ds:schemaRef ds:uri="http://schemas.microsoft.com/sharepoint/v3/contenttype/forms"/>
  </ds:schemaRefs>
</ds:datastoreItem>
</file>

<file path=customXml/itemProps2.xml><?xml version="1.0" encoding="utf-8"?>
<ds:datastoreItem xmlns:ds="http://schemas.openxmlformats.org/officeDocument/2006/customXml" ds:itemID="{98D2D201-97C8-4E70-BF77-76D11DC8600F}">
  <ds:schemaRefs>
    <ds:schemaRef ds:uri="http://purl.org/dc/elements/1.1/"/>
    <ds:schemaRef ds:uri="http://schemas.microsoft.com/office/2006/metadata/properties"/>
    <ds:schemaRef ds:uri="http://purl.org/dc/terms/"/>
    <ds:schemaRef ds:uri="http://schemas.openxmlformats.org/package/2006/metadata/core-properties"/>
    <ds:schemaRef ds:uri="037ba92a-5764-4297-b5f7-6ea117412624"/>
    <ds:schemaRef ds:uri="http://schemas.microsoft.com/office/2006/documentManagement/types"/>
    <ds:schemaRef ds:uri="http://purl.org/dc/dcmitype/"/>
    <ds:schemaRef ds:uri="3a4ab234-afbc-41ab-b2db-358d80304e46"/>
    <ds:schemaRef ds:uri="http://schemas.microsoft.com/office/infopath/2007/PartnerControls"/>
    <ds:schemaRef ds:uri="http://www.w3.org/XML/1998/namespace"/>
  </ds:schemaRefs>
</ds:datastoreItem>
</file>

<file path=customXml/itemProps3.xml><?xml version="1.0" encoding="utf-8"?>
<ds:datastoreItem xmlns:ds="http://schemas.openxmlformats.org/officeDocument/2006/customXml" ds:itemID="{218277BB-DC5E-47BA-8CA9-13DFAB3B242A}">
  <ds:schemaRefs>
    <ds:schemaRef ds:uri="037ba92a-5764-4297-b5f7-6ea117412624"/>
    <ds:schemaRef ds:uri="3a4ab234-afbc-41ab-b2db-358d80304e4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4.xml><?xml version="1.0" encoding="utf-8"?>
<ds:datastoreItem xmlns:ds="http://schemas.openxmlformats.org/officeDocument/2006/customXml" ds:itemID="{1F364826-19C1-4551-92C2-A6C074B09DC4}">
  <ds:schemaRefs>
    <ds:schemaRef ds:uri="http://schemas.microsoft.com/sharepoint/events"/>
  </ds:schemaRefs>
</ds:datastoreItem>
</file>

<file path=docMetadata/LabelInfo.xml><?xml version="1.0" encoding="utf-8"?>
<clbl:labelList xmlns:clbl="http://schemas.microsoft.com/office/2020/mipLabelMetadata">
  <clbl:label id="{0c7fd77c-bf1b-4511-8a0d-ca095442aa9f}" enabled="1" method="Privileged" siteId="{07ef1208-413c-4b5e-9cdd-64ef305754f0}" contentBits="0" removed="0"/>
</clbl:labelList>
</file>

<file path=docProps/app.xml><?xml version="1.0" encoding="utf-8"?>
<Properties xmlns="http://schemas.openxmlformats.org/officeDocument/2006/extended-properties" xmlns:vt="http://schemas.openxmlformats.org/officeDocument/2006/docPropsVTypes">
  <Template>Custom Design</Template>
  <TotalTime>18</TotalTime>
  <Words>1138</Words>
  <Application>Microsoft Office PowerPoint</Application>
  <PresentationFormat>On-screen Show (4:3)</PresentationFormat>
  <Paragraphs>103</Paragraphs>
  <Slides>16</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ＭＳ Ｐゴシック</vt:lpstr>
      <vt:lpstr>Arial</vt:lpstr>
      <vt:lpstr>Calibri</vt:lpstr>
      <vt:lpstr>Courier New</vt:lpstr>
      <vt:lpstr>Helvetica</vt:lpstr>
      <vt:lpstr>Tahoma</vt:lpstr>
      <vt:lpstr>Custom Design</vt:lpstr>
      <vt:lpstr>Process Orchestration        </vt:lpstr>
      <vt:lpstr>Session Plan</vt:lpstr>
      <vt:lpstr>Introduction</vt:lpstr>
      <vt:lpstr>What is Process Orchestration?</vt:lpstr>
      <vt:lpstr>Why it is important (Example)</vt:lpstr>
      <vt:lpstr>Why it is important (Example)...</vt:lpstr>
      <vt:lpstr>Challenges of broken, disconnect processes</vt:lpstr>
      <vt:lpstr>When do you need process orchestration?</vt:lpstr>
      <vt:lpstr>When do you need process orchestration? Count…</vt:lpstr>
      <vt:lpstr>Advanced workflow patterns</vt:lpstr>
      <vt:lpstr>Advanced workflow patterns</vt:lpstr>
      <vt:lpstr>Advanced workflow patterns</vt:lpstr>
      <vt:lpstr>Process orchestration and the automation</vt:lpstr>
      <vt:lpstr>The Hyper-automation Tech Stack</vt:lpstr>
      <vt:lpstr>Camunda Why? &amp; How?</vt:lpstr>
      <vt:lpstr>Any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UFCFAF-30-3  Development of Information Systems Projects   BPMN Strategic Process Models  </dc:title>
  <dc:creator>Dilshan Jayatilake</dc:creator>
  <cp:lastModifiedBy>David Wyatt</cp:lastModifiedBy>
  <cp:revision>63</cp:revision>
  <cp:lastPrinted>2016-09-22T10:08:48Z</cp:lastPrinted>
  <dcterms:created xsi:type="dcterms:W3CDTF">2022-11-13T09:36:03Z</dcterms:created>
  <dcterms:modified xsi:type="dcterms:W3CDTF">2026-10-07T04:25:27Z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0x01010072FC3F4283AECA48BCBDDFCF4103160C</vt:lpwstr>
  </property>
  <property fmtid="{D5CDD505-2E9C-101B-9397-08002B2CF9AE}" pid="3" name="xd_Signature">
    <vt:bool>false</vt:bool>
  </property>
  <property fmtid="{D5CDD505-2E9C-101B-9397-08002B2CF9AE}" pid="4" name="xd_ProgID">
    <vt:lpwstr/>
  </property>
  <property fmtid="{D5CDD505-2E9C-101B-9397-08002B2CF9AE}" pid="5" name="ComplianceAssetId">
    <vt:lpwstr/>
  </property>
  <property fmtid="{D5CDD505-2E9C-101B-9397-08002B2CF9AE}" pid="6" name="TemplateUrl">
    <vt:lpwstr/>
  </property>
  <property fmtid="{D5CDD505-2E9C-101B-9397-08002B2CF9AE}" pid="7" name="_dlc_DocIdItemGuid">
    <vt:lpwstr>0beaf668-18bc-407e-89e0-ef66d74dcf56</vt:lpwstr>
  </property>
</Properties>
</file>