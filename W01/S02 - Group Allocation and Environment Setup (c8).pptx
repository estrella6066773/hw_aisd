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21"/>
  </p:notesMasterIdLst>
  <p:handoutMasterIdLst>
    <p:handoutMasterId r:id="rId22"/>
  </p:handoutMasterIdLst>
  <p:sldIdLst>
    <p:sldId id="256" r:id="rId6"/>
    <p:sldId id="263" r:id="rId7"/>
    <p:sldId id="264" r:id="rId8"/>
    <p:sldId id="275" r:id="rId9"/>
    <p:sldId id="265" r:id="rId10"/>
    <p:sldId id="266" r:id="rId11"/>
    <p:sldId id="267" r:id="rId12"/>
    <p:sldId id="273" r:id="rId13"/>
    <p:sldId id="274" r:id="rId14"/>
    <p:sldId id="268" r:id="rId15"/>
    <p:sldId id="276" r:id="rId16"/>
    <p:sldId id="277" r:id="rId17"/>
    <p:sldId id="270" r:id="rId18"/>
    <p:sldId id="271" r:id="rId19"/>
    <p:sldId id="272" r:id="rId20"/>
  </p:sldIdLst>
  <p:sldSz cx="9144000" cy="6858000" type="screen4x3"/>
  <p:notesSz cx="9144000" cy="68580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56"/>
            <p14:sldId id="263"/>
            <p14:sldId id="264"/>
            <p14:sldId id="275"/>
            <p14:sldId id="265"/>
            <p14:sldId id="266"/>
            <p14:sldId id="267"/>
            <p14:sldId id="273"/>
            <p14:sldId id="274"/>
            <p14:sldId id="268"/>
            <p14:sldId id="276"/>
            <p14:sldId id="277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95" autoAdjust="0"/>
    <p:restoredTop sz="96405"/>
  </p:normalViewPr>
  <p:slideViewPr>
    <p:cSldViewPr showGuides="1">
      <p:cViewPr varScale="1">
        <p:scale>
          <a:sx n="125" d="100"/>
          <a:sy n="125" d="100"/>
        </p:scale>
        <p:origin x="640" y="17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camunda.io/downloads/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9.svg"/><Relationship Id="rId1" Type="http://schemas.openxmlformats.org/officeDocument/2006/relationships/image" Target="../media/image30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camunda.io/downloads/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9.svg"/><Relationship Id="rId1" Type="http://schemas.openxmlformats.org/officeDocument/2006/relationships/image" Target="../media/image30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3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1ABB80-18FD-436C-8761-2D9946254C25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6099CBF8-1788-44C0-90ED-FF8489F7496D}">
      <dgm:prSet/>
      <dgm:spPr/>
      <dgm:t>
        <a:bodyPr/>
        <a:lstStyle/>
        <a:p>
          <a:r>
            <a:rPr lang="en-US"/>
            <a:t>Groups must consist of 4</a:t>
          </a:r>
          <a:r>
            <a:rPr lang="en-GB"/>
            <a:t> – </a:t>
          </a:r>
          <a:r>
            <a:rPr lang="en-US"/>
            <a:t>5</a:t>
          </a:r>
          <a:r>
            <a:rPr lang="en-GB"/>
            <a:t> </a:t>
          </a:r>
          <a:r>
            <a:rPr lang="en-US"/>
            <a:t>students</a:t>
          </a:r>
        </a:p>
      </dgm:t>
    </dgm:pt>
    <dgm:pt modelId="{0D10B06E-C57F-44D1-B63F-5E5854BAEF3B}" type="parTrans" cxnId="{C22E54AE-B19F-436D-A95A-C068297C42EC}">
      <dgm:prSet/>
      <dgm:spPr/>
      <dgm:t>
        <a:bodyPr/>
        <a:lstStyle/>
        <a:p>
          <a:endParaRPr lang="en-US"/>
        </a:p>
      </dgm:t>
    </dgm:pt>
    <dgm:pt modelId="{294E1901-B276-4DE2-BC7F-C0E6E2A2D8B1}" type="sibTrans" cxnId="{C22E54AE-B19F-436D-A95A-C068297C42EC}">
      <dgm:prSet/>
      <dgm:spPr/>
      <dgm:t>
        <a:bodyPr/>
        <a:lstStyle/>
        <a:p>
          <a:endParaRPr lang="en-US"/>
        </a:p>
      </dgm:t>
    </dgm:pt>
    <dgm:pt modelId="{85B313AC-9A4C-49E7-9E72-EEF0C0167D02}">
      <dgm:prSet/>
      <dgm:spPr/>
      <dgm:t>
        <a:bodyPr/>
        <a:lstStyle/>
        <a:p>
          <a:r>
            <a:rPr lang="en-US"/>
            <a:t>Once groups are set, no changes will be allowed</a:t>
          </a:r>
        </a:p>
      </dgm:t>
    </dgm:pt>
    <dgm:pt modelId="{E6513F6D-4B12-4E24-8E1A-261C0938AD8F}" type="parTrans" cxnId="{B2815BE5-7384-4A9D-B152-42E42CA2D97D}">
      <dgm:prSet/>
      <dgm:spPr/>
      <dgm:t>
        <a:bodyPr/>
        <a:lstStyle/>
        <a:p>
          <a:endParaRPr lang="en-US"/>
        </a:p>
      </dgm:t>
    </dgm:pt>
    <dgm:pt modelId="{6C842D9A-E717-4B65-AC8F-2736467E8AE5}" type="sibTrans" cxnId="{B2815BE5-7384-4A9D-B152-42E42CA2D97D}">
      <dgm:prSet/>
      <dgm:spPr/>
      <dgm:t>
        <a:bodyPr/>
        <a:lstStyle/>
        <a:p>
          <a:endParaRPr lang="en-US"/>
        </a:p>
      </dgm:t>
    </dgm:pt>
    <dgm:pt modelId="{4FEC20F8-0975-4ABB-81DC-6DF5A06C0927}">
      <dgm:prSet/>
      <dgm:spPr/>
      <dgm:t>
        <a:bodyPr/>
        <a:lstStyle/>
        <a:p>
          <a:r>
            <a:rPr lang="en-US" dirty="0"/>
            <a:t>Every group member must contribute to ALL tasks</a:t>
          </a:r>
        </a:p>
      </dgm:t>
    </dgm:pt>
    <dgm:pt modelId="{C92CE493-DBFA-4C91-83BA-7944D4FE9CD7}" type="parTrans" cxnId="{C7F59CFB-1E69-4416-9BA6-D86207A8F932}">
      <dgm:prSet/>
      <dgm:spPr/>
      <dgm:t>
        <a:bodyPr/>
        <a:lstStyle/>
        <a:p>
          <a:endParaRPr lang="en-US"/>
        </a:p>
      </dgm:t>
    </dgm:pt>
    <dgm:pt modelId="{A0B65011-10DB-47BE-B51F-ABA52E4F082B}" type="sibTrans" cxnId="{C7F59CFB-1E69-4416-9BA6-D86207A8F932}">
      <dgm:prSet/>
      <dgm:spPr/>
      <dgm:t>
        <a:bodyPr/>
        <a:lstStyle/>
        <a:p>
          <a:endParaRPr lang="en-US"/>
        </a:p>
      </dgm:t>
    </dgm:pt>
    <dgm:pt modelId="{3DFE6C73-B040-49BF-B335-F6CA0EB7D1AB}">
      <dgm:prSet/>
      <dgm:spPr/>
      <dgm:t>
        <a:bodyPr/>
        <a:lstStyle/>
        <a:p>
          <a:r>
            <a:rPr lang="en-US"/>
            <a:t>Collaboration and equal participation are mandatory</a:t>
          </a:r>
        </a:p>
      </dgm:t>
    </dgm:pt>
    <dgm:pt modelId="{789E2435-AA85-4859-A5C5-DE1CE0FAEEEF}" type="parTrans" cxnId="{F47105E9-EA01-43DF-B613-34AEB43456B3}">
      <dgm:prSet/>
      <dgm:spPr/>
      <dgm:t>
        <a:bodyPr/>
        <a:lstStyle/>
        <a:p>
          <a:endParaRPr lang="en-US"/>
        </a:p>
      </dgm:t>
    </dgm:pt>
    <dgm:pt modelId="{FCE72EB8-5F9F-4827-A56D-4C3370EAF5EF}" type="sibTrans" cxnId="{F47105E9-EA01-43DF-B613-34AEB43456B3}">
      <dgm:prSet/>
      <dgm:spPr/>
      <dgm:t>
        <a:bodyPr/>
        <a:lstStyle/>
        <a:p>
          <a:endParaRPr lang="en-US"/>
        </a:p>
      </dgm:t>
    </dgm:pt>
    <dgm:pt modelId="{9ABA2D8C-7533-40E6-8784-DBD8A1298BDF}" type="pres">
      <dgm:prSet presAssocID="{531ABB80-18FD-436C-8761-2D9946254C25}" presName="root" presStyleCnt="0">
        <dgm:presLayoutVars>
          <dgm:dir/>
          <dgm:resizeHandles val="exact"/>
        </dgm:presLayoutVars>
      </dgm:prSet>
      <dgm:spPr/>
    </dgm:pt>
    <dgm:pt modelId="{FD40CAEC-DBFF-4972-BED2-DE0E3089A902}" type="pres">
      <dgm:prSet presAssocID="{6099CBF8-1788-44C0-90ED-FF8489F7496D}" presName="compNode" presStyleCnt="0"/>
      <dgm:spPr/>
    </dgm:pt>
    <dgm:pt modelId="{E23E6E31-50AE-4ACE-8C30-F2D9A4901D2E}" type="pres">
      <dgm:prSet presAssocID="{6099CBF8-1788-44C0-90ED-FF8489F7496D}" presName="bgRect" presStyleLbl="bgShp" presStyleIdx="0" presStyleCnt="4"/>
      <dgm:spPr/>
    </dgm:pt>
    <dgm:pt modelId="{D0853FCE-F13D-4E5B-B17A-6103116B626C}" type="pres">
      <dgm:prSet presAssocID="{6099CBF8-1788-44C0-90ED-FF8489F7496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99E03D5-801B-4692-BACD-B6CD5BB401FD}" type="pres">
      <dgm:prSet presAssocID="{6099CBF8-1788-44C0-90ED-FF8489F7496D}" presName="spaceRect" presStyleCnt="0"/>
      <dgm:spPr/>
    </dgm:pt>
    <dgm:pt modelId="{5763A1A0-4926-4182-B053-F42CD007A78C}" type="pres">
      <dgm:prSet presAssocID="{6099CBF8-1788-44C0-90ED-FF8489F7496D}" presName="parTx" presStyleLbl="revTx" presStyleIdx="0" presStyleCnt="4">
        <dgm:presLayoutVars>
          <dgm:chMax val="0"/>
          <dgm:chPref val="0"/>
        </dgm:presLayoutVars>
      </dgm:prSet>
      <dgm:spPr/>
    </dgm:pt>
    <dgm:pt modelId="{08DA59F2-3535-4E8C-8C44-593C99300420}" type="pres">
      <dgm:prSet presAssocID="{294E1901-B276-4DE2-BC7F-C0E6E2A2D8B1}" presName="sibTrans" presStyleCnt="0"/>
      <dgm:spPr/>
    </dgm:pt>
    <dgm:pt modelId="{EC3CDDE4-9FB9-4534-91DE-81E319A21E1D}" type="pres">
      <dgm:prSet presAssocID="{85B313AC-9A4C-49E7-9E72-EEF0C0167D02}" presName="compNode" presStyleCnt="0"/>
      <dgm:spPr/>
    </dgm:pt>
    <dgm:pt modelId="{9C4D35FA-605B-4C92-A135-CACA860AA413}" type="pres">
      <dgm:prSet presAssocID="{85B313AC-9A4C-49E7-9E72-EEF0C0167D02}" presName="bgRect" presStyleLbl="bgShp" presStyleIdx="1" presStyleCnt="4"/>
      <dgm:spPr/>
    </dgm:pt>
    <dgm:pt modelId="{DB2E9EB4-F5CD-47E4-88F0-055411EC38C2}" type="pres">
      <dgm:prSet presAssocID="{85B313AC-9A4C-49E7-9E72-EEF0C0167D0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1637D95-243C-4743-BE0B-0B26C985F02D}" type="pres">
      <dgm:prSet presAssocID="{85B313AC-9A4C-49E7-9E72-EEF0C0167D02}" presName="spaceRect" presStyleCnt="0"/>
      <dgm:spPr/>
    </dgm:pt>
    <dgm:pt modelId="{A955E612-EE99-4C67-B87B-5524A9024E56}" type="pres">
      <dgm:prSet presAssocID="{85B313AC-9A4C-49E7-9E72-EEF0C0167D02}" presName="parTx" presStyleLbl="revTx" presStyleIdx="1" presStyleCnt="4">
        <dgm:presLayoutVars>
          <dgm:chMax val="0"/>
          <dgm:chPref val="0"/>
        </dgm:presLayoutVars>
      </dgm:prSet>
      <dgm:spPr/>
    </dgm:pt>
    <dgm:pt modelId="{9EA7C58A-F020-4586-97C6-3E862F38F521}" type="pres">
      <dgm:prSet presAssocID="{6C842D9A-E717-4B65-AC8F-2736467E8AE5}" presName="sibTrans" presStyleCnt="0"/>
      <dgm:spPr/>
    </dgm:pt>
    <dgm:pt modelId="{62F6A83B-6EF2-4737-8BEF-FF1456E74CE3}" type="pres">
      <dgm:prSet presAssocID="{4FEC20F8-0975-4ABB-81DC-6DF5A06C0927}" presName="compNode" presStyleCnt="0"/>
      <dgm:spPr/>
    </dgm:pt>
    <dgm:pt modelId="{BCFC7AB2-8FCA-4777-89C2-0809E8AFE532}" type="pres">
      <dgm:prSet presAssocID="{4FEC20F8-0975-4ABB-81DC-6DF5A06C0927}" presName="bgRect" presStyleLbl="bgShp" presStyleIdx="2" presStyleCnt="4"/>
      <dgm:spPr/>
    </dgm:pt>
    <dgm:pt modelId="{A734DA37-E417-485B-97F8-ECE6D4CE99B9}" type="pres">
      <dgm:prSet presAssocID="{4FEC20F8-0975-4ABB-81DC-6DF5A06C092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F9C57DC-9803-4D63-B077-5C464EA4409E}" type="pres">
      <dgm:prSet presAssocID="{4FEC20F8-0975-4ABB-81DC-6DF5A06C0927}" presName="spaceRect" presStyleCnt="0"/>
      <dgm:spPr/>
    </dgm:pt>
    <dgm:pt modelId="{EAD76BEA-8FD4-490E-A7E4-5E9F09866917}" type="pres">
      <dgm:prSet presAssocID="{4FEC20F8-0975-4ABB-81DC-6DF5A06C0927}" presName="parTx" presStyleLbl="revTx" presStyleIdx="2" presStyleCnt="4">
        <dgm:presLayoutVars>
          <dgm:chMax val="0"/>
          <dgm:chPref val="0"/>
        </dgm:presLayoutVars>
      </dgm:prSet>
      <dgm:spPr/>
    </dgm:pt>
    <dgm:pt modelId="{03DF53C5-C290-4123-A94E-644B5182FE77}" type="pres">
      <dgm:prSet presAssocID="{A0B65011-10DB-47BE-B51F-ABA52E4F082B}" presName="sibTrans" presStyleCnt="0"/>
      <dgm:spPr/>
    </dgm:pt>
    <dgm:pt modelId="{9AC2FB58-3C5F-4C55-83A7-AA2979F7FCA3}" type="pres">
      <dgm:prSet presAssocID="{3DFE6C73-B040-49BF-B335-F6CA0EB7D1AB}" presName="compNode" presStyleCnt="0"/>
      <dgm:spPr/>
    </dgm:pt>
    <dgm:pt modelId="{CEE805A7-E932-48BE-A1D1-AD3AB0679DAA}" type="pres">
      <dgm:prSet presAssocID="{3DFE6C73-B040-49BF-B335-F6CA0EB7D1AB}" presName="bgRect" presStyleLbl="bgShp" presStyleIdx="3" presStyleCnt="4"/>
      <dgm:spPr/>
    </dgm:pt>
    <dgm:pt modelId="{D717A974-72EE-4B4E-8A89-620F6209B3AF}" type="pres">
      <dgm:prSet presAssocID="{3DFE6C73-B040-49BF-B335-F6CA0EB7D1A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9061579-0D85-46AF-B748-EE81F17BF299}" type="pres">
      <dgm:prSet presAssocID="{3DFE6C73-B040-49BF-B335-F6CA0EB7D1AB}" presName="spaceRect" presStyleCnt="0"/>
      <dgm:spPr/>
    </dgm:pt>
    <dgm:pt modelId="{7DD37210-5527-4F7D-96CF-9DAA071FC303}" type="pres">
      <dgm:prSet presAssocID="{3DFE6C73-B040-49BF-B335-F6CA0EB7D1A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FEE3F2C-CEBD-4328-8118-4F9A891CE5DF}" type="presOf" srcId="{6099CBF8-1788-44C0-90ED-FF8489F7496D}" destId="{5763A1A0-4926-4182-B053-F42CD007A78C}" srcOrd="0" destOrd="0" presId="urn:microsoft.com/office/officeart/2018/2/layout/IconVerticalSolidList"/>
    <dgm:cxn modelId="{C0B25935-6D64-4E1F-8B9F-E2CF2314934B}" type="presOf" srcId="{3DFE6C73-B040-49BF-B335-F6CA0EB7D1AB}" destId="{7DD37210-5527-4F7D-96CF-9DAA071FC303}" srcOrd="0" destOrd="0" presId="urn:microsoft.com/office/officeart/2018/2/layout/IconVerticalSolidList"/>
    <dgm:cxn modelId="{4DBFBB87-1093-425B-A18D-96C0F36D5A3C}" type="presOf" srcId="{85B313AC-9A4C-49E7-9E72-EEF0C0167D02}" destId="{A955E612-EE99-4C67-B87B-5524A9024E56}" srcOrd="0" destOrd="0" presId="urn:microsoft.com/office/officeart/2018/2/layout/IconVerticalSolidList"/>
    <dgm:cxn modelId="{C22E54AE-B19F-436D-A95A-C068297C42EC}" srcId="{531ABB80-18FD-436C-8761-2D9946254C25}" destId="{6099CBF8-1788-44C0-90ED-FF8489F7496D}" srcOrd="0" destOrd="0" parTransId="{0D10B06E-C57F-44D1-B63F-5E5854BAEF3B}" sibTransId="{294E1901-B276-4DE2-BC7F-C0E6E2A2D8B1}"/>
    <dgm:cxn modelId="{31F026C3-83A7-4ED0-8BD8-D7844C8DBFC4}" type="presOf" srcId="{4FEC20F8-0975-4ABB-81DC-6DF5A06C0927}" destId="{EAD76BEA-8FD4-490E-A7E4-5E9F09866917}" srcOrd="0" destOrd="0" presId="urn:microsoft.com/office/officeart/2018/2/layout/IconVerticalSolidList"/>
    <dgm:cxn modelId="{A040DCD7-E8DC-41A0-AE60-2F632CD2CD9C}" type="presOf" srcId="{531ABB80-18FD-436C-8761-2D9946254C25}" destId="{9ABA2D8C-7533-40E6-8784-DBD8A1298BDF}" srcOrd="0" destOrd="0" presId="urn:microsoft.com/office/officeart/2018/2/layout/IconVerticalSolidList"/>
    <dgm:cxn modelId="{B2815BE5-7384-4A9D-B152-42E42CA2D97D}" srcId="{531ABB80-18FD-436C-8761-2D9946254C25}" destId="{85B313AC-9A4C-49E7-9E72-EEF0C0167D02}" srcOrd="1" destOrd="0" parTransId="{E6513F6D-4B12-4E24-8E1A-261C0938AD8F}" sibTransId="{6C842D9A-E717-4B65-AC8F-2736467E8AE5}"/>
    <dgm:cxn modelId="{F47105E9-EA01-43DF-B613-34AEB43456B3}" srcId="{531ABB80-18FD-436C-8761-2D9946254C25}" destId="{3DFE6C73-B040-49BF-B335-F6CA0EB7D1AB}" srcOrd="3" destOrd="0" parTransId="{789E2435-AA85-4859-A5C5-DE1CE0FAEEEF}" sibTransId="{FCE72EB8-5F9F-4827-A56D-4C3370EAF5EF}"/>
    <dgm:cxn modelId="{C7F59CFB-1E69-4416-9BA6-D86207A8F932}" srcId="{531ABB80-18FD-436C-8761-2D9946254C25}" destId="{4FEC20F8-0975-4ABB-81DC-6DF5A06C0927}" srcOrd="2" destOrd="0" parTransId="{C92CE493-DBFA-4C91-83BA-7944D4FE9CD7}" sibTransId="{A0B65011-10DB-47BE-B51F-ABA52E4F082B}"/>
    <dgm:cxn modelId="{CC9595FF-FA02-44F8-B4D4-435BAE313BCF}" type="presParOf" srcId="{9ABA2D8C-7533-40E6-8784-DBD8A1298BDF}" destId="{FD40CAEC-DBFF-4972-BED2-DE0E3089A902}" srcOrd="0" destOrd="0" presId="urn:microsoft.com/office/officeart/2018/2/layout/IconVerticalSolidList"/>
    <dgm:cxn modelId="{F5D45B43-6010-4DBA-ABDD-418B9011E557}" type="presParOf" srcId="{FD40CAEC-DBFF-4972-BED2-DE0E3089A902}" destId="{E23E6E31-50AE-4ACE-8C30-F2D9A4901D2E}" srcOrd="0" destOrd="0" presId="urn:microsoft.com/office/officeart/2018/2/layout/IconVerticalSolidList"/>
    <dgm:cxn modelId="{7940D1AF-ADF2-4B16-BBF4-DA1989BA7E39}" type="presParOf" srcId="{FD40CAEC-DBFF-4972-BED2-DE0E3089A902}" destId="{D0853FCE-F13D-4E5B-B17A-6103116B626C}" srcOrd="1" destOrd="0" presId="urn:microsoft.com/office/officeart/2018/2/layout/IconVerticalSolidList"/>
    <dgm:cxn modelId="{8A32672A-23F3-4CCF-AF4A-B5E0768DF250}" type="presParOf" srcId="{FD40CAEC-DBFF-4972-BED2-DE0E3089A902}" destId="{099E03D5-801B-4692-BACD-B6CD5BB401FD}" srcOrd="2" destOrd="0" presId="urn:microsoft.com/office/officeart/2018/2/layout/IconVerticalSolidList"/>
    <dgm:cxn modelId="{490C2238-AC75-4777-B67C-0503DBF3571C}" type="presParOf" srcId="{FD40CAEC-DBFF-4972-BED2-DE0E3089A902}" destId="{5763A1A0-4926-4182-B053-F42CD007A78C}" srcOrd="3" destOrd="0" presId="urn:microsoft.com/office/officeart/2018/2/layout/IconVerticalSolidList"/>
    <dgm:cxn modelId="{DAC8558D-F367-48B9-B5D7-DF9C72530DA2}" type="presParOf" srcId="{9ABA2D8C-7533-40E6-8784-DBD8A1298BDF}" destId="{08DA59F2-3535-4E8C-8C44-593C99300420}" srcOrd="1" destOrd="0" presId="urn:microsoft.com/office/officeart/2018/2/layout/IconVerticalSolidList"/>
    <dgm:cxn modelId="{F734A450-C047-467B-8AC9-45299144F252}" type="presParOf" srcId="{9ABA2D8C-7533-40E6-8784-DBD8A1298BDF}" destId="{EC3CDDE4-9FB9-4534-91DE-81E319A21E1D}" srcOrd="2" destOrd="0" presId="urn:microsoft.com/office/officeart/2018/2/layout/IconVerticalSolidList"/>
    <dgm:cxn modelId="{92C2DAC9-064E-4190-835C-D622B20001D2}" type="presParOf" srcId="{EC3CDDE4-9FB9-4534-91DE-81E319A21E1D}" destId="{9C4D35FA-605B-4C92-A135-CACA860AA413}" srcOrd="0" destOrd="0" presId="urn:microsoft.com/office/officeart/2018/2/layout/IconVerticalSolidList"/>
    <dgm:cxn modelId="{2F1F0A47-A93E-4FF6-940C-6D5E58418DCC}" type="presParOf" srcId="{EC3CDDE4-9FB9-4534-91DE-81E319A21E1D}" destId="{DB2E9EB4-F5CD-47E4-88F0-055411EC38C2}" srcOrd="1" destOrd="0" presId="urn:microsoft.com/office/officeart/2018/2/layout/IconVerticalSolidList"/>
    <dgm:cxn modelId="{9C4325B3-D317-45F0-8CE9-F263DB3D2904}" type="presParOf" srcId="{EC3CDDE4-9FB9-4534-91DE-81E319A21E1D}" destId="{71637D95-243C-4743-BE0B-0B26C985F02D}" srcOrd="2" destOrd="0" presId="urn:microsoft.com/office/officeart/2018/2/layout/IconVerticalSolidList"/>
    <dgm:cxn modelId="{5915F100-3C55-48A2-8E80-F225957549AA}" type="presParOf" srcId="{EC3CDDE4-9FB9-4534-91DE-81E319A21E1D}" destId="{A955E612-EE99-4C67-B87B-5524A9024E56}" srcOrd="3" destOrd="0" presId="urn:microsoft.com/office/officeart/2018/2/layout/IconVerticalSolidList"/>
    <dgm:cxn modelId="{2E8499E0-4EEA-4F5E-8847-C20941F6B35C}" type="presParOf" srcId="{9ABA2D8C-7533-40E6-8784-DBD8A1298BDF}" destId="{9EA7C58A-F020-4586-97C6-3E862F38F521}" srcOrd="3" destOrd="0" presId="urn:microsoft.com/office/officeart/2018/2/layout/IconVerticalSolidList"/>
    <dgm:cxn modelId="{AF804751-EA4D-4BB4-9AB1-065C2821107D}" type="presParOf" srcId="{9ABA2D8C-7533-40E6-8784-DBD8A1298BDF}" destId="{62F6A83B-6EF2-4737-8BEF-FF1456E74CE3}" srcOrd="4" destOrd="0" presId="urn:microsoft.com/office/officeart/2018/2/layout/IconVerticalSolidList"/>
    <dgm:cxn modelId="{1CA982B6-6DF9-47AD-938C-4DC8352A3E87}" type="presParOf" srcId="{62F6A83B-6EF2-4737-8BEF-FF1456E74CE3}" destId="{BCFC7AB2-8FCA-4777-89C2-0809E8AFE532}" srcOrd="0" destOrd="0" presId="urn:microsoft.com/office/officeart/2018/2/layout/IconVerticalSolidList"/>
    <dgm:cxn modelId="{6A862439-78D4-4503-9143-382FF85F8D8C}" type="presParOf" srcId="{62F6A83B-6EF2-4737-8BEF-FF1456E74CE3}" destId="{A734DA37-E417-485B-97F8-ECE6D4CE99B9}" srcOrd="1" destOrd="0" presId="urn:microsoft.com/office/officeart/2018/2/layout/IconVerticalSolidList"/>
    <dgm:cxn modelId="{CCEB6056-BA7E-47A6-A199-541C920BB25B}" type="presParOf" srcId="{62F6A83B-6EF2-4737-8BEF-FF1456E74CE3}" destId="{EF9C57DC-9803-4D63-B077-5C464EA4409E}" srcOrd="2" destOrd="0" presId="urn:microsoft.com/office/officeart/2018/2/layout/IconVerticalSolidList"/>
    <dgm:cxn modelId="{2CD220B1-C39A-4899-BFF5-7F83925A16E7}" type="presParOf" srcId="{62F6A83B-6EF2-4737-8BEF-FF1456E74CE3}" destId="{EAD76BEA-8FD4-490E-A7E4-5E9F09866917}" srcOrd="3" destOrd="0" presId="urn:microsoft.com/office/officeart/2018/2/layout/IconVerticalSolidList"/>
    <dgm:cxn modelId="{E3A05984-5911-43FA-A850-ABAD9D011E58}" type="presParOf" srcId="{9ABA2D8C-7533-40E6-8784-DBD8A1298BDF}" destId="{03DF53C5-C290-4123-A94E-644B5182FE77}" srcOrd="5" destOrd="0" presId="urn:microsoft.com/office/officeart/2018/2/layout/IconVerticalSolidList"/>
    <dgm:cxn modelId="{71FD9C76-F3C8-4656-BDF8-FF848236EB8A}" type="presParOf" srcId="{9ABA2D8C-7533-40E6-8784-DBD8A1298BDF}" destId="{9AC2FB58-3C5F-4C55-83A7-AA2979F7FCA3}" srcOrd="6" destOrd="0" presId="urn:microsoft.com/office/officeart/2018/2/layout/IconVerticalSolidList"/>
    <dgm:cxn modelId="{6C647D76-9116-4F73-8D89-1CD211609A7F}" type="presParOf" srcId="{9AC2FB58-3C5F-4C55-83A7-AA2979F7FCA3}" destId="{CEE805A7-E932-48BE-A1D1-AD3AB0679DAA}" srcOrd="0" destOrd="0" presId="urn:microsoft.com/office/officeart/2018/2/layout/IconVerticalSolidList"/>
    <dgm:cxn modelId="{650C7BD4-CDEF-49F3-88A6-5815E1CC93A5}" type="presParOf" srcId="{9AC2FB58-3C5F-4C55-83A7-AA2979F7FCA3}" destId="{D717A974-72EE-4B4E-8A89-620F6209B3AF}" srcOrd="1" destOrd="0" presId="urn:microsoft.com/office/officeart/2018/2/layout/IconVerticalSolidList"/>
    <dgm:cxn modelId="{2EB93B36-D591-427A-94DC-AA91A7E68A38}" type="presParOf" srcId="{9AC2FB58-3C5F-4C55-83A7-AA2979F7FCA3}" destId="{69061579-0D85-46AF-B748-EE81F17BF299}" srcOrd="2" destOrd="0" presId="urn:microsoft.com/office/officeart/2018/2/layout/IconVerticalSolidList"/>
    <dgm:cxn modelId="{6C9B2A24-90E5-4408-87C5-B87A006B82A9}" type="presParOf" srcId="{9AC2FB58-3C5F-4C55-83A7-AA2979F7FCA3}" destId="{7DD37210-5527-4F7D-96CF-9DAA071FC3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F465AB-4929-43A8-BEF2-F67B009F856C}" type="doc">
      <dgm:prSet loTypeId="urn:microsoft.com/office/officeart/2005/8/layout/list1" loCatId="list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906CDB8-BC71-4C7E-81A7-C286D3F441E3}">
      <dgm:prSet/>
      <dgm:spPr/>
      <dgm:t>
        <a:bodyPr/>
        <a:lstStyle/>
        <a:p>
          <a:r>
            <a:rPr lang="en-US"/>
            <a:t>Install Environment</a:t>
          </a:r>
        </a:p>
      </dgm:t>
    </dgm:pt>
    <dgm:pt modelId="{A07F9220-07F7-4127-92A3-C1AB714BDA8E}" type="parTrans" cxnId="{2F305D2A-077B-4CE9-96B0-B77A2EC36F4E}">
      <dgm:prSet/>
      <dgm:spPr/>
      <dgm:t>
        <a:bodyPr/>
        <a:lstStyle/>
        <a:p>
          <a:endParaRPr lang="en-US"/>
        </a:p>
      </dgm:t>
    </dgm:pt>
    <dgm:pt modelId="{E41C2F31-965B-4225-823E-BD782668040C}" type="sibTrans" cxnId="{2F305D2A-077B-4CE9-96B0-B77A2EC36F4E}">
      <dgm:prSet/>
      <dgm:spPr/>
      <dgm:t>
        <a:bodyPr/>
        <a:lstStyle/>
        <a:p>
          <a:endParaRPr lang="en-US"/>
        </a:p>
      </dgm:t>
    </dgm:pt>
    <dgm:pt modelId="{AA6E46C1-1650-4484-B3F5-DF277AB41AA7}">
      <dgm:prSet/>
      <dgm:spPr/>
      <dgm:t>
        <a:bodyPr/>
        <a:lstStyle/>
        <a:p>
          <a:r>
            <a:rPr lang="en-US" dirty="0"/>
            <a:t>Install Java Runtime Environment (</a:t>
          </a:r>
          <a:r>
            <a:rPr lang="en-US" b="0" i="0" u="none" dirty="0"/>
            <a:t>Java 21–23 (LTS versions)</a:t>
          </a:r>
          <a:r>
            <a:rPr lang="en-US" dirty="0"/>
            <a:t>)</a:t>
          </a:r>
        </a:p>
      </dgm:t>
    </dgm:pt>
    <dgm:pt modelId="{23266031-1362-47E0-9D4A-CB0DF0C1D220}" type="parTrans" cxnId="{01BB1B22-4993-45D7-B4EE-E47FD04F8D1A}">
      <dgm:prSet/>
      <dgm:spPr/>
      <dgm:t>
        <a:bodyPr/>
        <a:lstStyle/>
        <a:p>
          <a:endParaRPr lang="en-US"/>
        </a:p>
      </dgm:t>
    </dgm:pt>
    <dgm:pt modelId="{FF6ADEA1-F0D0-4955-9CCA-8B8C11B5F0BB}" type="sibTrans" cxnId="{01BB1B22-4993-45D7-B4EE-E47FD04F8D1A}">
      <dgm:prSet/>
      <dgm:spPr/>
      <dgm:t>
        <a:bodyPr/>
        <a:lstStyle/>
        <a:p>
          <a:endParaRPr lang="en-US"/>
        </a:p>
      </dgm:t>
    </dgm:pt>
    <dgm:pt modelId="{56D027A3-926F-4AF7-8F38-B88E24F21FBE}">
      <dgm:prSet/>
      <dgm:spPr/>
      <dgm:t>
        <a:bodyPr/>
        <a:lstStyle/>
        <a:p>
          <a:r>
            <a:rPr lang="en-US"/>
            <a:t>Download and install</a:t>
          </a:r>
        </a:p>
      </dgm:t>
    </dgm:pt>
    <dgm:pt modelId="{2EE7E2E9-D0C1-4C47-9968-E3B6289CBEEB}" type="parTrans" cxnId="{B8283CF3-A6C9-433A-B140-E9A8D14FD7EF}">
      <dgm:prSet/>
      <dgm:spPr/>
      <dgm:t>
        <a:bodyPr/>
        <a:lstStyle/>
        <a:p>
          <a:endParaRPr lang="en-US"/>
        </a:p>
      </dgm:t>
    </dgm:pt>
    <dgm:pt modelId="{968EB209-15FE-4D5A-B026-CFE367A17BA8}" type="sibTrans" cxnId="{B8283CF3-A6C9-433A-B140-E9A8D14FD7EF}">
      <dgm:prSet/>
      <dgm:spPr/>
      <dgm:t>
        <a:bodyPr/>
        <a:lstStyle/>
        <a:p>
          <a:endParaRPr lang="en-US"/>
        </a:p>
      </dgm:t>
    </dgm:pt>
    <dgm:pt modelId="{83D00343-3AC4-463B-8487-254005D124AD}">
      <dgm:prSet/>
      <dgm:spPr/>
      <dgm:t>
        <a:bodyPr/>
        <a:lstStyle/>
        <a:p>
          <a:r>
            <a:rPr lang="en-US" dirty="0"/>
            <a:t>Download and install Camunda 8 Platform </a:t>
          </a:r>
        </a:p>
      </dgm:t>
    </dgm:pt>
    <dgm:pt modelId="{801BE836-51C3-4711-AA08-FD265EA9EA8C}" type="parTrans" cxnId="{FD74C70F-6C2E-4045-BF9B-F89ED2555B89}">
      <dgm:prSet/>
      <dgm:spPr/>
      <dgm:t>
        <a:bodyPr/>
        <a:lstStyle/>
        <a:p>
          <a:endParaRPr lang="en-US"/>
        </a:p>
      </dgm:t>
    </dgm:pt>
    <dgm:pt modelId="{D959B172-EFC4-4F1A-B5AC-5AA36878E3C2}" type="sibTrans" cxnId="{FD74C70F-6C2E-4045-BF9B-F89ED2555B89}">
      <dgm:prSet/>
      <dgm:spPr/>
      <dgm:t>
        <a:bodyPr/>
        <a:lstStyle/>
        <a:p>
          <a:endParaRPr lang="en-US"/>
        </a:p>
      </dgm:t>
    </dgm:pt>
    <dgm:pt modelId="{1647A08F-D204-47E7-BD8F-35E548E3BCA7}">
      <dgm:prSet/>
      <dgm:spPr/>
      <dgm:t>
        <a:bodyPr/>
        <a:lstStyle/>
        <a:p>
          <a:r>
            <a:rPr lang="en-US"/>
            <a:t>Install</a:t>
          </a:r>
        </a:p>
      </dgm:t>
    </dgm:pt>
    <dgm:pt modelId="{0602DE5A-0D3D-4A26-BFFC-0843C2728774}" type="parTrans" cxnId="{1070E807-54CD-4617-8EC4-087464A2C456}">
      <dgm:prSet/>
      <dgm:spPr/>
      <dgm:t>
        <a:bodyPr/>
        <a:lstStyle/>
        <a:p>
          <a:endParaRPr lang="en-US"/>
        </a:p>
      </dgm:t>
    </dgm:pt>
    <dgm:pt modelId="{BC35409C-D9A3-4F06-8BFB-155F3D8D0C4B}" type="sibTrans" cxnId="{1070E807-54CD-4617-8EC4-087464A2C456}">
      <dgm:prSet/>
      <dgm:spPr/>
      <dgm:t>
        <a:bodyPr/>
        <a:lstStyle/>
        <a:p>
          <a:endParaRPr lang="en-US"/>
        </a:p>
      </dgm:t>
    </dgm:pt>
    <dgm:pt modelId="{AF0A59BA-CB86-4C76-BA09-024B86B364A9}">
      <dgm:prSet/>
      <dgm:spPr/>
      <dgm:t>
        <a:bodyPr/>
        <a:lstStyle/>
        <a:p>
          <a:r>
            <a:rPr lang="en-US" dirty="0"/>
            <a:t>Install Camunda Modeler for BPMN diagrams</a:t>
          </a:r>
        </a:p>
      </dgm:t>
    </dgm:pt>
    <dgm:pt modelId="{3952B93E-3596-4D47-B558-710AD97A9AB8}" type="parTrans" cxnId="{7CB9694F-8B08-497E-97A5-F2E1C0896DB0}">
      <dgm:prSet/>
      <dgm:spPr/>
      <dgm:t>
        <a:bodyPr/>
        <a:lstStyle/>
        <a:p>
          <a:endParaRPr lang="en-US"/>
        </a:p>
      </dgm:t>
    </dgm:pt>
    <dgm:pt modelId="{72381D08-DB18-4465-8742-65BB1A5E9D61}" type="sibTrans" cxnId="{7CB9694F-8B08-497E-97A5-F2E1C0896DB0}">
      <dgm:prSet/>
      <dgm:spPr/>
      <dgm:t>
        <a:bodyPr/>
        <a:lstStyle/>
        <a:p>
          <a:endParaRPr lang="en-US"/>
        </a:p>
      </dgm:t>
    </dgm:pt>
    <dgm:pt modelId="{D04443AF-B0D9-6E40-879D-B8FDC18FAE35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JDK 24+ isn’t supported yet</a:t>
          </a:r>
        </a:p>
      </dgm:t>
    </dgm:pt>
    <dgm:pt modelId="{E89A9B9A-36E6-714C-A87A-C7D9516E520B}" type="parTrans" cxnId="{C14CD818-7F98-3D4D-880B-A6789C4C7A86}">
      <dgm:prSet/>
      <dgm:spPr/>
      <dgm:t>
        <a:bodyPr/>
        <a:lstStyle/>
        <a:p>
          <a:endParaRPr lang="en-US"/>
        </a:p>
      </dgm:t>
    </dgm:pt>
    <dgm:pt modelId="{754C6D8F-55B7-0B4E-A139-FDEB5C6833BD}" type="sibTrans" cxnId="{C14CD818-7F98-3D4D-880B-A6789C4C7A86}">
      <dgm:prSet/>
      <dgm:spPr/>
      <dgm:t>
        <a:bodyPr/>
        <a:lstStyle/>
        <a:p>
          <a:endParaRPr lang="en-US"/>
        </a:p>
      </dgm:t>
    </dgm:pt>
    <dgm:pt modelId="{E65B13B6-E7DB-E142-B3C3-3A08D0B38A2C}">
      <dgm:prSet/>
      <dgm:spPr/>
      <dgm:t>
        <a:bodyPr/>
        <a:lstStyle/>
        <a:p>
          <a:r>
            <a:rPr lang="en-US" dirty="0"/>
            <a:t>Goto </a:t>
          </a:r>
          <a:r>
            <a:rPr lang="en-US" dirty="0">
              <a:hlinkClick xmlns:r="http://schemas.openxmlformats.org/officeDocument/2006/relationships" r:id="rId1"/>
            </a:rPr>
            <a:t>https://docs.camunda.io/downloads/</a:t>
          </a:r>
          <a:r>
            <a:rPr lang="en-US" dirty="0"/>
            <a:t> </a:t>
          </a:r>
        </a:p>
      </dgm:t>
    </dgm:pt>
    <dgm:pt modelId="{0B8BD068-FEC2-F741-B685-6C2EED876205}" type="parTrans" cxnId="{AA17668B-B7F7-E64C-BE3F-0D747130EECF}">
      <dgm:prSet/>
      <dgm:spPr/>
      <dgm:t>
        <a:bodyPr/>
        <a:lstStyle/>
        <a:p>
          <a:endParaRPr lang="en-US"/>
        </a:p>
      </dgm:t>
    </dgm:pt>
    <dgm:pt modelId="{7783CCF4-4B3B-9B47-90A0-3A6A7A99B36F}" type="sibTrans" cxnId="{AA17668B-B7F7-E64C-BE3F-0D747130EECF}">
      <dgm:prSet/>
      <dgm:spPr/>
      <dgm:t>
        <a:bodyPr/>
        <a:lstStyle/>
        <a:p>
          <a:endParaRPr lang="en-US"/>
        </a:p>
      </dgm:t>
    </dgm:pt>
    <dgm:pt modelId="{08646296-0F77-CA42-8F8E-50953B774FFA}" type="pres">
      <dgm:prSet presAssocID="{5DF465AB-4929-43A8-BEF2-F67B009F856C}" presName="linear" presStyleCnt="0">
        <dgm:presLayoutVars>
          <dgm:dir/>
          <dgm:animLvl val="lvl"/>
          <dgm:resizeHandles val="exact"/>
        </dgm:presLayoutVars>
      </dgm:prSet>
      <dgm:spPr/>
    </dgm:pt>
    <dgm:pt modelId="{0039D047-BFE4-544B-9A2B-4615E29CB08D}" type="pres">
      <dgm:prSet presAssocID="{0906CDB8-BC71-4C7E-81A7-C286D3F441E3}" presName="parentLin" presStyleCnt="0"/>
      <dgm:spPr/>
    </dgm:pt>
    <dgm:pt modelId="{3E4F8608-A670-9E41-82D8-9A5801F21807}" type="pres">
      <dgm:prSet presAssocID="{0906CDB8-BC71-4C7E-81A7-C286D3F441E3}" presName="parentLeftMargin" presStyleLbl="node1" presStyleIdx="0" presStyleCnt="3"/>
      <dgm:spPr/>
    </dgm:pt>
    <dgm:pt modelId="{F5D13064-AD73-7743-9EB1-14ED9433FA2A}" type="pres">
      <dgm:prSet presAssocID="{0906CDB8-BC71-4C7E-81A7-C286D3F441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2863C2-6767-4D41-83B4-417392881BCB}" type="pres">
      <dgm:prSet presAssocID="{0906CDB8-BC71-4C7E-81A7-C286D3F441E3}" presName="negativeSpace" presStyleCnt="0"/>
      <dgm:spPr/>
    </dgm:pt>
    <dgm:pt modelId="{32B4B65F-998E-A146-AFDF-5835DFF29D60}" type="pres">
      <dgm:prSet presAssocID="{0906CDB8-BC71-4C7E-81A7-C286D3F441E3}" presName="childText" presStyleLbl="conFgAcc1" presStyleIdx="0" presStyleCnt="3">
        <dgm:presLayoutVars>
          <dgm:bulletEnabled val="1"/>
        </dgm:presLayoutVars>
      </dgm:prSet>
      <dgm:spPr/>
    </dgm:pt>
    <dgm:pt modelId="{2B0FE6D8-4EEA-CA47-ABC9-B5326E6678B5}" type="pres">
      <dgm:prSet presAssocID="{E41C2F31-965B-4225-823E-BD782668040C}" presName="spaceBetweenRectangles" presStyleCnt="0"/>
      <dgm:spPr/>
    </dgm:pt>
    <dgm:pt modelId="{C1AA1A08-A7FE-104C-B0D3-A15EB1AE30E1}" type="pres">
      <dgm:prSet presAssocID="{56D027A3-926F-4AF7-8F38-B88E24F21FBE}" presName="parentLin" presStyleCnt="0"/>
      <dgm:spPr/>
    </dgm:pt>
    <dgm:pt modelId="{B77A5212-CDA6-BF45-9103-0D63281C193E}" type="pres">
      <dgm:prSet presAssocID="{56D027A3-926F-4AF7-8F38-B88E24F21FBE}" presName="parentLeftMargin" presStyleLbl="node1" presStyleIdx="0" presStyleCnt="3"/>
      <dgm:spPr/>
    </dgm:pt>
    <dgm:pt modelId="{B66CC403-86BD-E944-9B8F-7A6C2B57475D}" type="pres">
      <dgm:prSet presAssocID="{56D027A3-926F-4AF7-8F38-B88E24F21F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EE2B879-6C8A-6847-BE34-E9D529876692}" type="pres">
      <dgm:prSet presAssocID="{56D027A3-926F-4AF7-8F38-B88E24F21FBE}" presName="negativeSpace" presStyleCnt="0"/>
      <dgm:spPr/>
    </dgm:pt>
    <dgm:pt modelId="{BE80E8F2-4E66-7042-969E-3989E3E6BCC1}" type="pres">
      <dgm:prSet presAssocID="{56D027A3-926F-4AF7-8F38-B88E24F21FBE}" presName="childText" presStyleLbl="conFgAcc1" presStyleIdx="1" presStyleCnt="3">
        <dgm:presLayoutVars>
          <dgm:bulletEnabled val="1"/>
        </dgm:presLayoutVars>
      </dgm:prSet>
      <dgm:spPr/>
    </dgm:pt>
    <dgm:pt modelId="{F05737A8-A823-564C-B5B8-B96C6D8E0FD0}" type="pres">
      <dgm:prSet presAssocID="{968EB209-15FE-4D5A-B026-CFE367A17BA8}" presName="spaceBetweenRectangles" presStyleCnt="0"/>
      <dgm:spPr/>
    </dgm:pt>
    <dgm:pt modelId="{FFB72EB2-F1BC-8E4E-8A5B-E32498AADB57}" type="pres">
      <dgm:prSet presAssocID="{1647A08F-D204-47E7-BD8F-35E548E3BCA7}" presName="parentLin" presStyleCnt="0"/>
      <dgm:spPr/>
    </dgm:pt>
    <dgm:pt modelId="{9C9595CB-7DE6-A043-9A53-954AEEF5B6AB}" type="pres">
      <dgm:prSet presAssocID="{1647A08F-D204-47E7-BD8F-35E548E3BCA7}" presName="parentLeftMargin" presStyleLbl="node1" presStyleIdx="1" presStyleCnt="3"/>
      <dgm:spPr/>
    </dgm:pt>
    <dgm:pt modelId="{91CD23F1-79AF-6046-B5A9-5910113D8286}" type="pres">
      <dgm:prSet presAssocID="{1647A08F-D204-47E7-BD8F-35E548E3BC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32E7F0D-F174-444F-8C88-98ABB40B8029}" type="pres">
      <dgm:prSet presAssocID="{1647A08F-D204-47E7-BD8F-35E548E3BCA7}" presName="negativeSpace" presStyleCnt="0"/>
      <dgm:spPr/>
    </dgm:pt>
    <dgm:pt modelId="{6F356328-02F3-344B-A8E3-A40E8661AF64}" type="pres">
      <dgm:prSet presAssocID="{1647A08F-D204-47E7-BD8F-35E548E3BC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70E807-54CD-4617-8EC4-087464A2C456}" srcId="{5DF465AB-4929-43A8-BEF2-F67B009F856C}" destId="{1647A08F-D204-47E7-BD8F-35E548E3BCA7}" srcOrd="2" destOrd="0" parTransId="{0602DE5A-0D3D-4A26-BFFC-0843C2728774}" sibTransId="{BC35409C-D9A3-4F06-8BFB-155F3D8D0C4B}"/>
    <dgm:cxn modelId="{256EDA0C-520B-7544-A2E0-217D897D637B}" type="presOf" srcId="{83D00343-3AC4-463B-8487-254005D124AD}" destId="{BE80E8F2-4E66-7042-969E-3989E3E6BCC1}" srcOrd="0" destOrd="0" presId="urn:microsoft.com/office/officeart/2005/8/layout/list1"/>
    <dgm:cxn modelId="{FD74C70F-6C2E-4045-BF9B-F89ED2555B89}" srcId="{56D027A3-926F-4AF7-8F38-B88E24F21FBE}" destId="{83D00343-3AC4-463B-8487-254005D124AD}" srcOrd="0" destOrd="0" parTransId="{801BE836-51C3-4711-AA08-FD265EA9EA8C}" sibTransId="{D959B172-EFC4-4F1A-B5AC-5AA36878E3C2}"/>
    <dgm:cxn modelId="{C14CD818-7F98-3D4D-880B-A6789C4C7A86}" srcId="{0906CDB8-BC71-4C7E-81A7-C286D3F441E3}" destId="{D04443AF-B0D9-6E40-879D-B8FDC18FAE35}" srcOrd="1" destOrd="0" parTransId="{E89A9B9A-36E6-714C-A87A-C7D9516E520B}" sibTransId="{754C6D8F-55B7-0B4E-A139-FDEB5C6833BD}"/>
    <dgm:cxn modelId="{3482E41C-81FF-B04F-8FEA-13388E4DF8F2}" type="presOf" srcId="{5DF465AB-4929-43A8-BEF2-F67B009F856C}" destId="{08646296-0F77-CA42-8F8E-50953B774FFA}" srcOrd="0" destOrd="0" presId="urn:microsoft.com/office/officeart/2005/8/layout/list1"/>
    <dgm:cxn modelId="{01BB1B22-4993-45D7-B4EE-E47FD04F8D1A}" srcId="{0906CDB8-BC71-4C7E-81A7-C286D3F441E3}" destId="{AA6E46C1-1650-4484-B3F5-DF277AB41AA7}" srcOrd="0" destOrd="0" parTransId="{23266031-1362-47E0-9D4A-CB0DF0C1D220}" sibTransId="{FF6ADEA1-F0D0-4955-9CCA-8B8C11B5F0BB}"/>
    <dgm:cxn modelId="{49F2D625-A529-9847-806B-D14B778AF99F}" type="presOf" srcId="{56D027A3-926F-4AF7-8F38-B88E24F21FBE}" destId="{B66CC403-86BD-E944-9B8F-7A6C2B57475D}" srcOrd="1" destOrd="0" presId="urn:microsoft.com/office/officeart/2005/8/layout/list1"/>
    <dgm:cxn modelId="{2F305D2A-077B-4CE9-96B0-B77A2EC36F4E}" srcId="{5DF465AB-4929-43A8-BEF2-F67B009F856C}" destId="{0906CDB8-BC71-4C7E-81A7-C286D3F441E3}" srcOrd="0" destOrd="0" parTransId="{A07F9220-07F7-4127-92A3-C1AB714BDA8E}" sibTransId="{E41C2F31-965B-4225-823E-BD782668040C}"/>
    <dgm:cxn modelId="{68E1BE36-226F-9D48-80C5-7B895DFD28D7}" type="presOf" srcId="{1647A08F-D204-47E7-BD8F-35E548E3BCA7}" destId="{91CD23F1-79AF-6046-B5A9-5910113D8286}" srcOrd="1" destOrd="0" presId="urn:microsoft.com/office/officeart/2005/8/layout/list1"/>
    <dgm:cxn modelId="{E1976042-2B24-3D48-A165-E2B57A3150A6}" type="presOf" srcId="{0906CDB8-BC71-4C7E-81A7-C286D3F441E3}" destId="{F5D13064-AD73-7743-9EB1-14ED9433FA2A}" srcOrd="1" destOrd="0" presId="urn:microsoft.com/office/officeart/2005/8/layout/list1"/>
    <dgm:cxn modelId="{7CB9694F-8B08-497E-97A5-F2E1C0896DB0}" srcId="{1647A08F-D204-47E7-BD8F-35E548E3BCA7}" destId="{AF0A59BA-CB86-4C76-BA09-024B86B364A9}" srcOrd="0" destOrd="0" parTransId="{3952B93E-3596-4D47-B558-710AD97A9AB8}" sibTransId="{72381D08-DB18-4465-8742-65BB1A5E9D61}"/>
    <dgm:cxn modelId="{7B73846D-346C-5747-B619-91AD509F737D}" type="presOf" srcId="{AA6E46C1-1650-4484-B3F5-DF277AB41AA7}" destId="{32B4B65F-998E-A146-AFDF-5835DFF29D60}" srcOrd="0" destOrd="0" presId="urn:microsoft.com/office/officeart/2005/8/layout/list1"/>
    <dgm:cxn modelId="{C247597C-F217-994D-9B32-09C1795C7E59}" type="presOf" srcId="{0906CDB8-BC71-4C7E-81A7-C286D3F441E3}" destId="{3E4F8608-A670-9E41-82D8-9A5801F21807}" srcOrd="0" destOrd="0" presId="urn:microsoft.com/office/officeart/2005/8/layout/list1"/>
    <dgm:cxn modelId="{66EE627E-D181-7647-94DC-CA0F3B3FAAEC}" type="presOf" srcId="{56D027A3-926F-4AF7-8F38-B88E24F21FBE}" destId="{B77A5212-CDA6-BF45-9103-0D63281C193E}" srcOrd="0" destOrd="0" presId="urn:microsoft.com/office/officeart/2005/8/layout/list1"/>
    <dgm:cxn modelId="{AA17668B-B7F7-E64C-BE3F-0D747130EECF}" srcId="{56D027A3-926F-4AF7-8F38-B88E24F21FBE}" destId="{E65B13B6-E7DB-E142-B3C3-3A08D0B38A2C}" srcOrd="1" destOrd="0" parTransId="{0B8BD068-FEC2-F741-B685-6C2EED876205}" sibTransId="{7783CCF4-4B3B-9B47-90A0-3A6A7A99B36F}"/>
    <dgm:cxn modelId="{9948EEAD-42E0-184C-BA7C-7E7B6E81D3B6}" type="presOf" srcId="{1647A08F-D204-47E7-BD8F-35E548E3BCA7}" destId="{9C9595CB-7DE6-A043-9A53-954AEEF5B6AB}" srcOrd="0" destOrd="0" presId="urn:microsoft.com/office/officeart/2005/8/layout/list1"/>
    <dgm:cxn modelId="{16225DCC-E9A8-754A-BE06-AD1221E00AF5}" type="presOf" srcId="{AF0A59BA-CB86-4C76-BA09-024B86B364A9}" destId="{6F356328-02F3-344B-A8E3-A40E8661AF64}" srcOrd="0" destOrd="0" presId="urn:microsoft.com/office/officeart/2005/8/layout/list1"/>
    <dgm:cxn modelId="{B8283CF3-A6C9-433A-B140-E9A8D14FD7EF}" srcId="{5DF465AB-4929-43A8-BEF2-F67B009F856C}" destId="{56D027A3-926F-4AF7-8F38-B88E24F21FBE}" srcOrd="1" destOrd="0" parTransId="{2EE7E2E9-D0C1-4C47-9968-E3B6289CBEEB}" sibTransId="{968EB209-15FE-4D5A-B026-CFE367A17BA8}"/>
    <dgm:cxn modelId="{7EE20CF6-A193-614D-A7A0-D75219371219}" type="presOf" srcId="{D04443AF-B0D9-6E40-879D-B8FDC18FAE35}" destId="{32B4B65F-998E-A146-AFDF-5835DFF29D60}" srcOrd="0" destOrd="1" presId="urn:microsoft.com/office/officeart/2005/8/layout/list1"/>
    <dgm:cxn modelId="{3C910DFD-CD2C-6145-9845-074C33CA547C}" type="presOf" srcId="{E65B13B6-E7DB-E142-B3C3-3A08D0B38A2C}" destId="{BE80E8F2-4E66-7042-969E-3989E3E6BCC1}" srcOrd="0" destOrd="1" presId="urn:microsoft.com/office/officeart/2005/8/layout/list1"/>
    <dgm:cxn modelId="{9BAC900E-11EE-F54C-BA84-ABE871CAC8C5}" type="presParOf" srcId="{08646296-0F77-CA42-8F8E-50953B774FFA}" destId="{0039D047-BFE4-544B-9A2B-4615E29CB08D}" srcOrd="0" destOrd="0" presId="urn:microsoft.com/office/officeart/2005/8/layout/list1"/>
    <dgm:cxn modelId="{9B8B85EE-FA27-EA48-8558-E6A39539CAC6}" type="presParOf" srcId="{0039D047-BFE4-544B-9A2B-4615E29CB08D}" destId="{3E4F8608-A670-9E41-82D8-9A5801F21807}" srcOrd="0" destOrd="0" presId="urn:microsoft.com/office/officeart/2005/8/layout/list1"/>
    <dgm:cxn modelId="{C14A59B7-5A7F-8A41-8DA0-3FA27E8D3BBA}" type="presParOf" srcId="{0039D047-BFE4-544B-9A2B-4615E29CB08D}" destId="{F5D13064-AD73-7743-9EB1-14ED9433FA2A}" srcOrd="1" destOrd="0" presId="urn:microsoft.com/office/officeart/2005/8/layout/list1"/>
    <dgm:cxn modelId="{E1E11AC0-2063-DD4D-81AB-1720C76AF456}" type="presParOf" srcId="{08646296-0F77-CA42-8F8E-50953B774FFA}" destId="{012863C2-6767-4D41-83B4-417392881BCB}" srcOrd="1" destOrd="0" presId="urn:microsoft.com/office/officeart/2005/8/layout/list1"/>
    <dgm:cxn modelId="{3D9F8459-0405-FD47-B3C6-4BB707FC13C1}" type="presParOf" srcId="{08646296-0F77-CA42-8F8E-50953B774FFA}" destId="{32B4B65F-998E-A146-AFDF-5835DFF29D60}" srcOrd="2" destOrd="0" presId="urn:microsoft.com/office/officeart/2005/8/layout/list1"/>
    <dgm:cxn modelId="{0A0ED40D-F191-F844-AC23-4F386F648434}" type="presParOf" srcId="{08646296-0F77-CA42-8F8E-50953B774FFA}" destId="{2B0FE6D8-4EEA-CA47-ABC9-B5326E6678B5}" srcOrd="3" destOrd="0" presId="urn:microsoft.com/office/officeart/2005/8/layout/list1"/>
    <dgm:cxn modelId="{E12B051B-4E9C-714A-B744-D902D8D96913}" type="presParOf" srcId="{08646296-0F77-CA42-8F8E-50953B774FFA}" destId="{C1AA1A08-A7FE-104C-B0D3-A15EB1AE30E1}" srcOrd="4" destOrd="0" presId="urn:microsoft.com/office/officeart/2005/8/layout/list1"/>
    <dgm:cxn modelId="{F2FBAE33-1561-EB46-8C2F-4EFA72D83FB4}" type="presParOf" srcId="{C1AA1A08-A7FE-104C-B0D3-A15EB1AE30E1}" destId="{B77A5212-CDA6-BF45-9103-0D63281C193E}" srcOrd="0" destOrd="0" presId="urn:microsoft.com/office/officeart/2005/8/layout/list1"/>
    <dgm:cxn modelId="{DC85C864-3C09-634C-8F01-049B9F7B1160}" type="presParOf" srcId="{C1AA1A08-A7FE-104C-B0D3-A15EB1AE30E1}" destId="{B66CC403-86BD-E944-9B8F-7A6C2B57475D}" srcOrd="1" destOrd="0" presId="urn:microsoft.com/office/officeart/2005/8/layout/list1"/>
    <dgm:cxn modelId="{920C7D3D-F3C5-314B-9247-AC656EAA64C6}" type="presParOf" srcId="{08646296-0F77-CA42-8F8E-50953B774FFA}" destId="{DEE2B879-6C8A-6847-BE34-E9D529876692}" srcOrd="5" destOrd="0" presId="urn:microsoft.com/office/officeart/2005/8/layout/list1"/>
    <dgm:cxn modelId="{C91090C0-1259-7544-99F9-5F4398985751}" type="presParOf" srcId="{08646296-0F77-CA42-8F8E-50953B774FFA}" destId="{BE80E8F2-4E66-7042-969E-3989E3E6BCC1}" srcOrd="6" destOrd="0" presId="urn:microsoft.com/office/officeart/2005/8/layout/list1"/>
    <dgm:cxn modelId="{BE71C719-871A-8E4A-ABF4-FB32851807F1}" type="presParOf" srcId="{08646296-0F77-CA42-8F8E-50953B774FFA}" destId="{F05737A8-A823-564C-B5B8-B96C6D8E0FD0}" srcOrd="7" destOrd="0" presId="urn:microsoft.com/office/officeart/2005/8/layout/list1"/>
    <dgm:cxn modelId="{2E40C882-7574-F54B-ABEF-3944766E0A47}" type="presParOf" srcId="{08646296-0F77-CA42-8F8E-50953B774FFA}" destId="{FFB72EB2-F1BC-8E4E-8A5B-E32498AADB57}" srcOrd="8" destOrd="0" presId="urn:microsoft.com/office/officeart/2005/8/layout/list1"/>
    <dgm:cxn modelId="{D602B578-E5E0-D042-B231-D314FCB46E5B}" type="presParOf" srcId="{FFB72EB2-F1BC-8E4E-8A5B-E32498AADB57}" destId="{9C9595CB-7DE6-A043-9A53-954AEEF5B6AB}" srcOrd="0" destOrd="0" presId="urn:microsoft.com/office/officeart/2005/8/layout/list1"/>
    <dgm:cxn modelId="{D3744FAD-F1AC-0349-9A5E-6CAA970296FA}" type="presParOf" srcId="{FFB72EB2-F1BC-8E4E-8A5B-E32498AADB57}" destId="{91CD23F1-79AF-6046-B5A9-5910113D8286}" srcOrd="1" destOrd="0" presId="urn:microsoft.com/office/officeart/2005/8/layout/list1"/>
    <dgm:cxn modelId="{7EF5F032-2EF9-554D-9A46-FC7C50CEB9BD}" type="presParOf" srcId="{08646296-0F77-CA42-8F8E-50953B774FFA}" destId="{532E7F0D-F174-444F-8C88-98ABB40B8029}" srcOrd="9" destOrd="0" presId="urn:microsoft.com/office/officeart/2005/8/layout/list1"/>
    <dgm:cxn modelId="{C5034D24-4266-1649-A232-404356FB4B7F}" type="presParOf" srcId="{08646296-0F77-CA42-8F8E-50953B774FFA}" destId="{6F356328-02F3-344B-A8E3-A40E8661AF6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F465AB-4929-43A8-BEF2-F67B009F856C}" type="doc">
      <dgm:prSet loTypeId="urn:microsoft.com/office/officeart/2005/8/layout/list1" loCatId="list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95E0538-9152-4436-B481-F331F7B5E345}">
      <dgm:prSet/>
      <dgm:spPr/>
      <dgm:t>
        <a:bodyPr/>
        <a:lstStyle/>
        <a:p>
          <a:r>
            <a:rPr lang="en-US" dirty="0"/>
            <a:t>Explore</a:t>
          </a:r>
        </a:p>
      </dgm:t>
    </dgm:pt>
    <dgm:pt modelId="{5F94F06C-5C44-4AFF-BD00-7E1824907DCC}" type="parTrans" cxnId="{478C1221-7B3F-4E88-AC81-07BE379B9F9C}">
      <dgm:prSet/>
      <dgm:spPr/>
      <dgm:t>
        <a:bodyPr/>
        <a:lstStyle/>
        <a:p>
          <a:endParaRPr lang="en-US"/>
        </a:p>
      </dgm:t>
    </dgm:pt>
    <dgm:pt modelId="{7CCBD214-D4AD-4969-8CAB-00D20C2D7DFC}" type="sibTrans" cxnId="{478C1221-7B3F-4E88-AC81-07BE379B9F9C}">
      <dgm:prSet/>
      <dgm:spPr/>
      <dgm:t>
        <a:bodyPr/>
        <a:lstStyle/>
        <a:p>
          <a:endParaRPr lang="en-US"/>
        </a:p>
      </dgm:t>
    </dgm:pt>
    <dgm:pt modelId="{F1A1E533-00A0-324C-BFB6-C743ECBD3B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 err="1"/>
            <a:t>camunda</a:t>
          </a:r>
          <a:r>
            <a:rPr lang="en-US" b="0" i="0" dirty="0"/>
            <a:t>-starter – this is your one-click (or one-command) start script for the whole Camunda 8 stack.</a:t>
          </a:r>
          <a:endParaRPr lang="en-US" dirty="0"/>
        </a:p>
      </dgm:t>
    </dgm:pt>
    <dgm:pt modelId="{8FBB925C-6C4E-B24B-8389-CE8CB3645CBA}" type="parTrans" cxnId="{7FF713B9-8425-E749-99BF-1547A0300BAA}">
      <dgm:prSet/>
      <dgm:spPr/>
      <dgm:t>
        <a:bodyPr/>
        <a:lstStyle/>
        <a:p>
          <a:endParaRPr lang="en-US"/>
        </a:p>
      </dgm:t>
    </dgm:pt>
    <dgm:pt modelId="{AE9BE240-4892-4B4B-B5A4-E2DA669AAFD2}" type="sibTrans" cxnId="{7FF713B9-8425-E749-99BF-1547A0300BAA}">
      <dgm:prSet/>
      <dgm:spPr/>
      <dgm:t>
        <a:bodyPr/>
        <a:lstStyle/>
        <a:p>
          <a:endParaRPr lang="en-US"/>
        </a:p>
      </dgm:t>
    </dgm:pt>
    <dgm:pt modelId="{F64CEE5A-0EB2-438C-9765-E4701F948607}">
      <dgm:prSet/>
      <dgm:spPr/>
      <dgm:t>
        <a:bodyPr/>
        <a:lstStyle/>
        <a:p>
          <a:r>
            <a:rPr lang="en-US" dirty="0"/>
            <a:t>Explore Camunda Webapps:</a:t>
          </a:r>
        </a:p>
      </dgm:t>
    </dgm:pt>
    <dgm:pt modelId="{D5B0957F-6078-4FD5-8EBE-A7FD531DCCF6}" type="sibTrans" cxnId="{B030B736-86B3-433F-9CDE-DD91EA69B864}">
      <dgm:prSet/>
      <dgm:spPr/>
      <dgm:t>
        <a:bodyPr/>
        <a:lstStyle/>
        <a:p>
          <a:endParaRPr lang="en-US"/>
        </a:p>
      </dgm:t>
    </dgm:pt>
    <dgm:pt modelId="{06321BFA-9024-4A38-826E-68EB85786AD8}" type="parTrans" cxnId="{B030B736-86B3-433F-9CDE-DD91EA69B864}">
      <dgm:prSet/>
      <dgm:spPr/>
      <dgm:t>
        <a:bodyPr/>
        <a:lstStyle/>
        <a:p>
          <a:endParaRPr lang="en-US"/>
        </a:p>
      </dgm:t>
    </dgm:pt>
    <dgm:pt modelId="{80705BA2-F022-45CF-A902-1A84E5795906}">
      <dgm:prSet/>
      <dgm:spPr/>
      <dgm:t>
        <a:bodyPr/>
        <a:lstStyle/>
        <a:p>
          <a:r>
            <a:rPr lang="en-US" dirty="0"/>
            <a:t>Cockpit (monitoring) </a:t>
          </a:r>
        </a:p>
      </dgm:t>
    </dgm:pt>
    <dgm:pt modelId="{9F6434F5-5E18-4644-87BC-38E95C667D7B}" type="sibTrans" cxnId="{C25F39AD-20F6-4666-8525-1447A09B4BE5}">
      <dgm:prSet/>
      <dgm:spPr/>
      <dgm:t>
        <a:bodyPr/>
        <a:lstStyle/>
        <a:p>
          <a:endParaRPr lang="en-US"/>
        </a:p>
      </dgm:t>
    </dgm:pt>
    <dgm:pt modelId="{90D2027C-2A50-4E1D-AB88-EA2A1FDE08A2}" type="parTrans" cxnId="{C25F39AD-20F6-4666-8525-1447A09B4BE5}">
      <dgm:prSet/>
      <dgm:spPr/>
      <dgm:t>
        <a:bodyPr/>
        <a:lstStyle/>
        <a:p>
          <a:endParaRPr lang="en-US"/>
        </a:p>
      </dgm:t>
    </dgm:pt>
    <dgm:pt modelId="{5692DB73-F860-4437-BDBD-AAB6CC435884}">
      <dgm:prSet/>
      <dgm:spPr/>
      <dgm:t>
        <a:bodyPr/>
        <a:lstStyle/>
        <a:p>
          <a:r>
            <a:rPr lang="en-US" dirty="0" err="1"/>
            <a:t>Tasklist</a:t>
          </a:r>
          <a:r>
            <a:rPr lang="en-US" dirty="0"/>
            <a:t> (user tasks)</a:t>
          </a:r>
        </a:p>
      </dgm:t>
    </dgm:pt>
    <dgm:pt modelId="{448BB564-5B7F-4C87-9A9E-C808FD097787}" type="sibTrans" cxnId="{D5E8BE8E-ACBC-4D9A-AF2C-C6F5CB9E555C}">
      <dgm:prSet/>
      <dgm:spPr/>
      <dgm:t>
        <a:bodyPr/>
        <a:lstStyle/>
        <a:p>
          <a:endParaRPr lang="en-US"/>
        </a:p>
      </dgm:t>
    </dgm:pt>
    <dgm:pt modelId="{C0619BFC-A025-40B9-94C2-D827285D9F42}" type="parTrans" cxnId="{D5E8BE8E-ACBC-4D9A-AF2C-C6F5CB9E555C}">
      <dgm:prSet/>
      <dgm:spPr/>
      <dgm:t>
        <a:bodyPr/>
        <a:lstStyle/>
        <a:p>
          <a:endParaRPr lang="en-US"/>
        </a:p>
      </dgm:t>
    </dgm:pt>
    <dgm:pt modelId="{96699969-5EC2-4C41-A608-9E97CE0AAF35}">
      <dgm:prSet/>
      <dgm:spPr/>
      <dgm:t>
        <a:bodyPr/>
        <a:lstStyle/>
        <a:p>
          <a:r>
            <a:rPr lang="en-US" dirty="0"/>
            <a:t>Admin (user management)</a:t>
          </a:r>
        </a:p>
      </dgm:t>
    </dgm:pt>
    <dgm:pt modelId="{07386CBF-23EE-4169-AB62-AE9A8CBABB15}" type="sibTrans" cxnId="{20F159D5-7A2E-47CE-9F0B-B95CE6631D3A}">
      <dgm:prSet/>
      <dgm:spPr/>
      <dgm:t>
        <a:bodyPr/>
        <a:lstStyle/>
        <a:p>
          <a:endParaRPr lang="en-US"/>
        </a:p>
      </dgm:t>
    </dgm:pt>
    <dgm:pt modelId="{FF358A8D-2F17-4C15-8708-42DF3145ED3F}" type="parTrans" cxnId="{20F159D5-7A2E-47CE-9F0B-B95CE6631D3A}">
      <dgm:prSet/>
      <dgm:spPr/>
      <dgm:t>
        <a:bodyPr/>
        <a:lstStyle/>
        <a:p>
          <a:endParaRPr lang="en-US"/>
        </a:p>
      </dgm:t>
    </dgm:pt>
    <dgm:pt modelId="{35E23881-CF56-41AD-B126-FE08539E7756}">
      <dgm:prSet/>
      <dgm:spPr/>
      <dgm:t>
        <a:bodyPr/>
        <a:lstStyle/>
        <a:p>
          <a:r>
            <a:rPr lang="en-US" dirty="0"/>
            <a:t>Verify installation by deploying a sample process</a:t>
          </a:r>
        </a:p>
      </dgm:t>
    </dgm:pt>
    <dgm:pt modelId="{F4EC6BA3-C9A7-4449-AB37-0706B93B5618}" type="sibTrans" cxnId="{00DC5E06-7C16-41E2-959D-601CD6919AA9}">
      <dgm:prSet/>
      <dgm:spPr/>
      <dgm:t>
        <a:bodyPr/>
        <a:lstStyle/>
        <a:p>
          <a:endParaRPr lang="en-US"/>
        </a:p>
      </dgm:t>
    </dgm:pt>
    <dgm:pt modelId="{F622E3B9-3FA6-4593-8051-139CF3A78586}" type="parTrans" cxnId="{00DC5E06-7C16-41E2-959D-601CD6919AA9}">
      <dgm:prSet/>
      <dgm:spPr/>
      <dgm:t>
        <a:bodyPr/>
        <a:lstStyle/>
        <a:p>
          <a:endParaRPr lang="en-US"/>
        </a:p>
      </dgm:t>
    </dgm:pt>
    <dgm:pt modelId="{AED165D0-EACE-1343-BAF0-4D06C07F63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Camunda Modeler – the Camunda Modeler application for designing processes.</a:t>
          </a:r>
        </a:p>
      </dgm:t>
    </dgm:pt>
    <dgm:pt modelId="{A4477DFE-08C4-444F-94A4-723002BE4335}" type="parTrans" cxnId="{65DD772A-95E8-5249-8702-102173607B09}">
      <dgm:prSet/>
      <dgm:spPr/>
      <dgm:t>
        <a:bodyPr/>
        <a:lstStyle/>
        <a:p>
          <a:endParaRPr lang="en-US"/>
        </a:p>
      </dgm:t>
    </dgm:pt>
    <dgm:pt modelId="{42E0A985-7E7A-2E45-BFC3-B2FEB47ACF21}" type="sibTrans" cxnId="{65DD772A-95E8-5249-8702-102173607B09}">
      <dgm:prSet/>
      <dgm:spPr/>
      <dgm:t>
        <a:bodyPr/>
        <a:lstStyle/>
        <a:p>
          <a:endParaRPr lang="en-US"/>
        </a:p>
      </dgm:t>
    </dgm:pt>
    <dgm:pt modelId="{3BCDB984-3B9B-9A4D-B884-93E71D1B1FC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ai-agent-example – a pre-designed AI agent example built with Camunda</a:t>
          </a:r>
        </a:p>
      </dgm:t>
    </dgm:pt>
    <dgm:pt modelId="{2342C255-0788-B545-B1B7-A53BF6900471}" type="parTrans" cxnId="{A7EF7510-9934-2B49-B51B-AACB018F18EB}">
      <dgm:prSet/>
      <dgm:spPr/>
      <dgm:t>
        <a:bodyPr/>
        <a:lstStyle/>
        <a:p>
          <a:endParaRPr lang="en-US"/>
        </a:p>
      </dgm:t>
    </dgm:pt>
    <dgm:pt modelId="{B3E9BCA7-4706-294D-93BD-5F91C6D59126}" type="sibTrans" cxnId="{A7EF7510-9934-2B49-B51B-AACB018F18EB}">
      <dgm:prSet/>
      <dgm:spPr/>
      <dgm:t>
        <a:bodyPr/>
        <a:lstStyle/>
        <a:p>
          <a:endParaRPr lang="en-US"/>
        </a:p>
      </dgm:t>
    </dgm:pt>
    <dgm:pt modelId="{97E7BC5A-F5A3-4B4E-8801-02E4E8B31E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c8run – the directory containing the C8 Run engine and its configs.</a:t>
          </a:r>
        </a:p>
      </dgm:t>
    </dgm:pt>
    <dgm:pt modelId="{EB18B63D-5ED9-B548-BC1A-97236CDD4424}" type="parTrans" cxnId="{182C2EF6-0F86-6248-9319-BF71FEEBB550}">
      <dgm:prSet/>
      <dgm:spPr/>
      <dgm:t>
        <a:bodyPr/>
        <a:lstStyle/>
        <a:p>
          <a:endParaRPr lang="en-US"/>
        </a:p>
      </dgm:t>
    </dgm:pt>
    <dgm:pt modelId="{DB948CD7-2594-404A-A131-67812CF6B5FC}" type="sibTrans" cxnId="{182C2EF6-0F86-6248-9319-BF71FEEBB550}">
      <dgm:prSet/>
      <dgm:spPr/>
      <dgm:t>
        <a:bodyPr/>
        <a:lstStyle/>
        <a:p>
          <a:endParaRPr lang="en-US"/>
        </a:p>
      </dgm:t>
    </dgm:pt>
    <dgm:pt modelId="{63787F16-EF84-2549-83A2-950B5D6AB9D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camunda-8-get-started – an example project with a ready-made BPMN process and code (in Java and NodeJS) for service tasks.</a:t>
          </a:r>
        </a:p>
      </dgm:t>
    </dgm:pt>
    <dgm:pt modelId="{7DDAB040-CEE7-9946-95ED-44C8375B683A}" type="parTrans" cxnId="{D43A1937-F8A5-8145-9CDF-58512CD23F04}">
      <dgm:prSet/>
      <dgm:spPr/>
      <dgm:t>
        <a:bodyPr/>
        <a:lstStyle/>
        <a:p>
          <a:endParaRPr lang="en-US"/>
        </a:p>
      </dgm:t>
    </dgm:pt>
    <dgm:pt modelId="{17E98B1E-F295-3940-AE81-97F2BE5B53C1}" type="sibTrans" cxnId="{D43A1937-F8A5-8145-9CDF-58512CD23F04}">
      <dgm:prSet/>
      <dgm:spPr/>
      <dgm:t>
        <a:bodyPr/>
        <a:lstStyle/>
        <a:p>
          <a:endParaRPr lang="en-US"/>
        </a:p>
      </dgm:t>
    </dgm:pt>
    <dgm:pt modelId="{08646296-0F77-CA42-8F8E-50953B774FFA}" type="pres">
      <dgm:prSet presAssocID="{5DF465AB-4929-43A8-BEF2-F67B009F856C}" presName="linear" presStyleCnt="0">
        <dgm:presLayoutVars>
          <dgm:dir/>
          <dgm:animLvl val="lvl"/>
          <dgm:resizeHandles val="exact"/>
        </dgm:presLayoutVars>
      </dgm:prSet>
      <dgm:spPr/>
    </dgm:pt>
    <dgm:pt modelId="{5FE17A64-FBDE-F742-8027-3B1D4C148091}" type="pres">
      <dgm:prSet presAssocID="{C95E0538-9152-4436-B481-F331F7B5E345}" presName="parentLin" presStyleCnt="0"/>
      <dgm:spPr/>
    </dgm:pt>
    <dgm:pt modelId="{D938D708-1A85-5A42-9BD8-C9E89391BA9D}" type="pres">
      <dgm:prSet presAssocID="{C95E0538-9152-4436-B481-F331F7B5E345}" presName="parentLeftMargin" presStyleLbl="node1" presStyleIdx="0" presStyleCnt="2"/>
      <dgm:spPr/>
    </dgm:pt>
    <dgm:pt modelId="{A7E02F0E-E9C1-6041-B6AC-977308DDD82F}" type="pres">
      <dgm:prSet presAssocID="{C95E0538-9152-4436-B481-F331F7B5E3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A9C484-982F-684F-942B-CD388D6F5520}" type="pres">
      <dgm:prSet presAssocID="{C95E0538-9152-4436-B481-F331F7B5E345}" presName="negativeSpace" presStyleCnt="0"/>
      <dgm:spPr/>
    </dgm:pt>
    <dgm:pt modelId="{A6FB4A38-9E20-EA4F-B049-0CB417508C5F}" type="pres">
      <dgm:prSet presAssocID="{C95E0538-9152-4436-B481-F331F7B5E345}" presName="childText" presStyleLbl="conFgAcc1" presStyleIdx="0" presStyleCnt="2">
        <dgm:presLayoutVars>
          <dgm:bulletEnabled val="1"/>
        </dgm:presLayoutVars>
      </dgm:prSet>
      <dgm:spPr/>
    </dgm:pt>
    <dgm:pt modelId="{2FB07DAD-332C-9F49-85C4-5EE7510A13A5}" type="pres">
      <dgm:prSet presAssocID="{7CCBD214-D4AD-4969-8CAB-00D20C2D7DFC}" presName="spaceBetweenRectangles" presStyleCnt="0"/>
      <dgm:spPr/>
    </dgm:pt>
    <dgm:pt modelId="{CAE68F9B-8314-FC4B-AF21-03D446655211}" type="pres">
      <dgm:prSet presAssocID="{F64CEE5A-0EB2-438C-9765-E4701F948607}" presName="parentLin" presStyleCnt="0"/>
      <dgm:spPr/>
    </dgm:pt>
    <dgm:pt modelId="{3AA2B264-ABB6-8B42-AD07-382EF870C011}" type="pres">
      <dgm:prSet presAssocID="{F64CEE5A-0EB2-438C-9765-E4701F948607}" presName="parentLeftMargin" presStyleLbl="node1" presStyleIdx="0" presStyleCnt="2"/>
      <dgm:spPr/>
    </dgm:pt>
    <dgm:pt modelId="{D7E7C905-AC77-6A4F-B82A-C0D1FD3A4E42}" type="pres">
      <dgm:prSet presAssocID="{F64CEE5A-0EB2-438C-9765-E4701F94860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2AB81BA-4DDA-944D-B904-45BF273E70A2}" type="pres">
      <dgm:prSet presAssocID="{F64CEE5A-0EB2-438C-9765-E4701F948607}" presName="negativeSpace" presStyleCnt="0"/>
      <dgm:spPr/>
    </dgm:pt>
    <dgm:pt modelId="{BCAF3740-0A28-234D-9E90-2BCC4605FBCD}" type="pres">
      <dgm:prSet presAssocID="{F64CEE5A-0EB2-438C-9765-E4701F94860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0DC5E06-7C16-41E2-959D-601CD6919AA9}" srcId="{F64CEE5A-0EB2-438C-9765-E4701F948607}" destId="{35E23881-CF56-41AD-B126-FE08539E7756}" srcOrd="3" destOrd="0" parTransId="{F622E3B9-3FA6-4593-8051-139CF3A78586}" sibTransId="{F4EC6BA3-C9A7-4449-AB37-0706B93B5618}"/>
    <dgm:cxn modelId="{A7EF7510-9934-2B49-B51B-AACB018F18EB}" srcId="{C95E0538-9152-4436-B481-F331F7B5E345}" destId="{3BCDB984-3B9B-9A4D-B884-93E71D1B1FC1}" srcOrd="2" destOrd="0" parTransId="{2342C255-0788-B545-B1B7-A53BF6900471}" sibTransId="{B3E9BCA7-4706-294D-93BD-5F91C6D59126}"/>
    <dgm:cxn modelId="{3482E41C-81FF-B04F-8FEA-13388E4DF8F2}" type="presOf" srcId="{5DF465AB-4929-43A8-BEF2-F67B009F856C}" destId="{08646296-0F77-CA42-8F8E-50953B774FFA}" srcOrd="0" destOrd="0" presId="urn:microsoft.com/office/officeart/2005/8/layout/list1"/>
    <dgm:cxn modelId="{000F5B1F-5E2D-DD4E-85B6-835ABA484470}" type="presOf" srcId="{97E7BC5A-F5A3-4B4E-8801-02E4E8B31E11}" destId="{A6FB4A38-9E20-EA4F-B049-0CB417508C5F}" srcOrd="0" destOrd="3" presId="urn:microsoft.com/office/officeart/2005/8/layout/list1"/>
    <dgm:cxn modelId="{478C1221-7B3F-4E88-AC81-07BE379B9F9C}" srcId="{5DF465AB-4929-43A8-BEF2-F67B009F856C}" destId="{C95E0538-9152-4436-B481-F331F7B5E345}" srcOrd="0" destOrd="0" parTransId="{5F94F06C-5C44-4AFF-BD00-7E1824907DCC}" sibTransId="{7CCBD214-D4AD-4969-8CAB-00D20C2D7DFC}"/>
    <dgm:cxn modelId="{65DD772A-95E8-5249-8702-102173607B09}" srcId="{C95E0538-9152-4436-B481-F331F7B5E345}" destId="{AED165D0-EACE-1343-BAF0-4D06C07F63BA}" srcOrd="1" destOrd="0" parTransId="{A4477DFE-08C4-444F-94A4-723002BE4335}" sibTransId="{42E0A985-7E7A-2E45-BFC3-B2FEB47ACF21}"/>
    <dgm:cxn modelId="{B030B736-86B3-433F-9CDE-DD91EA69B864}" srcId="{5DF465AB-4929-43A8-BEF2-F67B009F856C}" destId="{F64CEE5A-0EB2-438C-9765-E4701F948607}" srcOrd="1" destOrd="0" parTransId="{06321BFA-9024-4A38-826E-68EB85786AD8}" sibTransId="{D5B0957F-6078-4FD5-8EBE-A7FD531DCCF6}"/>
    <dgm:cxn modelId="{D43A1937-F8A5-8145-9CDF-58512CD23F04}" srcId="{C95E0538-9152-4436-B481-F331F7B5E345}" destId="{63787F16-EF84-2549-83A2-950B5D6AB9D5}" srcOrd="4" destOrd="0" parTransId="{7DDAB040-CEE7-9946-95ED-44C8375B683A}" sibTransId="{17E98B1E-F295-3940-AE81-97F2BE5B53C1}"/>
    <dgm:cxn modelId="{2C7FA549-7D7B-8E4E-AB63-E4C075124BBE}" type="presOf" srcId="{5692DB73-F860-4437-BDBD-AAB6CC435884}" destId="{BCAF3740-0A28-234D-9E90-2BCC4605FBCD}" srcOrd="0" destOrd="1" presId="urn:microsoft.com/office/officeart/2005/8/layout/list1"/>
    <dgm:cxn modelId="{89EFFB52-48E2-344B-A4E2-E1E27A5F7901}" type="presOf" srcId="{F64CEE5A-0EB2-438C-9765-E4701F948607}" destId="{D7E7C905-AC77-6A4F-B82A-C0D1FD3A4E42}" srcOrd="1" destOrd="0" presId="urn:microsoft.com/office/officeart/2005/8/layout/list1"/>
    <dgm:cxn modelId="{C4369755-F588-3A43-86B4-52D7D0F7AC28}" type="presOf" srcId="{3BCDB984-3B9B-9A4D-B884-93E71D1B1FC1}" destId="{A6FB4A38-9E20-EA4F-B049-0CB417508C5F}" srcOrd="0" destOrd="2" presId="urn:microsoft.com/office/officeart/2005/8/layout/list1"/>
    <dgm:cxn modelId="{571A1860-BBFE-8E49-B275-A84212649F56}" type="presOf" srcId="{96699969-5EC2-4C41-A608-9E97CE0AAF35}" destId="{BCAF3740-0A28-234D-9E90-2BCC4605FBCD}" srcOrd="0" destOrd="2" presId="urn:microsoft.com/office/officeart/2005/8/layout/list1"/>
    <dgm:cxn modelId="{82DC2465-4902-C44F-BD40-C26DBB772E2A}" type="presOf" srcId="{F1A1E533-00A0-324C-BFB6-C743ECBD3B9F}" destId="{A6FB4A38-9E20-EA4F-B049-0CB417508C5F}" srcOrd="0" destOrd="0" presId="urn:microsoft.com/office/officeart/2005/8/layout/list1"/>
    <dgm:cxn modelId="{B3A67D68-7364-6542-A78C-E7699E6DD550}" type="presOf" srcId="{80705BA2-F022-45CF-A902-1A84E5795906}" destId="{BCAF3740-0A28-234D-9E90-2BCC4605FBCD}" srcOrd="0" destOrd="0" presId="urn:microsoft.com/office/officeart/2005/8/layout/list1"/>
    <dgm:cxn modelId="{D5E8BE8E-ACBC-4D9A-AF2C-C6F5CB9E555C}" srcId="{F64CEE5A-0EB2-438C-9765-E4701F948607}" destId="{5692DB73-F860-4437-BDBD-AAB6CC435884}" srcOrd="1" destOrd="0" parTransId="{C0619BFC-A025-40B9-94C2-D827285D9F42}" sibTransId="{448BB564-5B7F-4C87-9A9E-C808FD097787}"/>
    <dgm:cxn modelId="{DB0A019F-E8D1-8E4B-8D9E-1D903C480B0B}" type="presOf" srcId="{C95E0538-9152-4436-B481-F331F7B5E345}" destId="{D938D708-1A85-5A42-9BD8-C9E89391BA9D}" srcOrd="0" destOrd="0" presId="urn:microsoft.com/office/officeart/2005/8/layout/list1"/>
    <dgm:cxn modelId="{C25F39AD-20F6-4666-8525-1447A09B4BE5}" srcId="{F64CEE5A-0EB2-438C-9765-E4701F948607}" destId="{80705BA2-F022-45CF-A902-1A84E5795906}" srcOrd="0" destOrd="0" parTransId="{90D2027C-2A50-4E1D-AB88-EA2A1FDE08A2}" sibTransId="{9F6434F5-5E18-4644-87BC-38E95C667D7B}"/>
    <dgm:cxn modelId="{778489B0-1FE0-3348-ACBE-BB21ACCCE480}" type="presOf" srcId="{AED165D0-EACE-1343-BAF0-4D06C07F63BA}" destId="{A6FB4A38-9E20-EA4F-B049-0CB417508C5F}" srcOrd="0" destOrd="1" presId="urn:microsoft.com/office/officeart/2005/8/layout/list1"/>
    <dgm:cxn modelId="{56580AB1-04F8-D347-9164-5E0706824CCB}" type="presOf" srcId="{35E23881-CF56-41AD-B126-FE08539E7756}" destId="{BCAF3740-0A28-234D-9E90-2BCC4605FBCD}" srcOrd="0" destOrd="3" presId="urn:microsoft.com/office/officeart/2005/8/layout/list1"/>
    <dgm:cxn modelId="{E45E22B2-9FF1-E54B-9945-C52CC9B20C6C}" type="presOf" srcId="{F64CEE5A-0EB2-438C-9765-E4701F948607}" destId="{3AA2B264-ABB6-8B42-AD07-382EF870C011}" srcOrd="0" destOrd="0" presId="urn:microsoft.com/office/officeart/2005/8/layout/list1"/>
    <dgm:cxn modelId="{3586DAB6-71EC-C54F-8064-0209080D8E32}" type="presOf" srcId="{C95E0538-9152-4436-B481-F331F7B5E345}" destId="{A7E02F0E-E9C1-6041-B6AC-977308DDD82F}" srcOrd="1" destOrd="0" presId="urn:microsoft.com/office/officeart/2005/8/layout/list1"/>
    <dgm:cxn modelId="{362BFCB7-C7AF-8D40-84FB-10E99EA5EA9A}" type="presOf" srcId="{63787F16-EF84-2549-83A2-950B5D6AB9D5}" destId="{A6FB4A38-9E20-EA4F-B049-0CB417508C5F}" srcOrd="0" destOrd="4" presId="urn:microsoft.com/office/officeart/2005/8/layout/list1"/>
    <dgm:cxn modelId="{7FF713B9-8425-E749-99BF-1547A0300BAA}" srcId="{C95E0538-9152-4436-B481-F331F7B5E345}" destId="{F1A1E533-00A0-324C-BFB6-C743ECBD3B9F}" srcOrd="0" destOrd="0" parTransId="{8FBB925C-6C4E-B24B-8389-CE8CB3645CBA}" sibTransId="{AE9BE240-4892-4B4B-B5A4-E2DA669AAFD2}"/>
    <dgm:cxn modelId="{20F159D5-7A2E-47CE-9F0B-B95CE6631D3A}" srcId="{F64CEE5A-0EB2-438C-9765-E4701F948607}" destId="{96699969-5EC2-4C41-A608-9E97CE0AAF35}" srcOrd="2" destOrd="0" parTransId="{FF358A8D-2F17-4C15-8708-42DF3145ED3F}" sibTransId="{07386CBF-23EE-4169-AB62-AE9A8CBABB15}"/>
    <dgm:cxn modelId="{182C2EF6-0F86-6248-9319-BF71FEEBB550}" srcId="{C95E0538-9152-4436-B481-F331F7B5E345}" destId="{97E7BC5A-F5A3-4B4E-8801-02E4E8B31E11}" srcOrd="3" destOrd="0" parTransId="{EB18B63D-5ED9-B548-BC1A-97236CDD4424}" sibTransId="{DB948CD7-2594-404A-A131-67812CF6B5FC}"/>
    <dgm:cxn modelId="{B51EE42B-5782-2C4A-B7B9-F1F39612F8A0}" type="presParOf" srcId="{08646296-0F77-CA42-8F8E-50953B774FFA}" destId="{5FE17A64-FBDE-F742-8027-3B1D4C148091}" srcOrd="0" destOrd="0" presId="urn:microsoft.com/office/officeart/2005/8/layout/list1"/>
    <dgm:cxn modelId="{D8C9CEFB-599F-1F4E-A83F-953EF43B729A}" type="presParOf" srcId="{5FE17A64-FBDE-F742-8027-3B1D4C148091}" destId="{D938D708-1A85-5A42-9BD8-C9E89391BA9D}" srcOrd="0" destOrd="0" presId="urn:microsoft.com/office/officeart/2005/8/layout/list1"/>
    <dgm:cxn modelId="{6ECB7F77-55A8-A445-815E-81D8C23A13AD}" type="presParOf" srcId="{5FE17A64-FBDE-F742-8027-3B1D4C148091}" destId="{A7E02F0E-E9C1-6041-B6AC-977308DDD82F}" srcOrd="1" destOrd="0" presId="urn:microsoft.com/office/officeart/2005/8/layout/list1"/>
    <dgm:cxn modelId="{490F156F-98CE-4C46-B8A0-1ECA35675F8D}" type="presParOf" srcId="{08646296-0F77-CA42-8F8E-50953B774FFA}" destId="{5AA9C484-982F-684F-942B-CD388D6F5520}" srcOrd="1" destOrd="0" presId="urn:microsoft.com/office/officeart/2005/8/layout/list1"/>
    <dgm:cxn modelId="{C1868230-39EC-7A45-9347-354954E3C8AA}" type="presParOf" srcId="{08646296-0F77-CA42-8F8E-50953B774FFA}" destId="{A6FB4A38-9E20-EA4F-B049-0CB417508C5F}" srcOrd="2" destOrd="0" presId="urn:microsoft.com/office/officeart/2005/8/layout/list1"/>
    <dgm:cxn modelId="{69696FA2-8AEA-3446-B0A4-DEEB89A69311}" type="presParOf" srcId="{08646296-0F77-CA42-8F8E-50953B774FFA}" destId="{2FB07DAD-332C-9F49-85C4-5EE7510A13A5}" srcOrd="3" destOrd="0" presId="urn:microsoft.com/office/officeart/2005/8/layout/list1"/>
    <dgm:cxn modelId="{AD3C0087-CAA1-B342-9A98-5AF49A274FBC}" type="presParOf" srcId="{08646296-0F77-CA42-8F8E-50953B774FFA}" destId="{CAE68F9B-8314-FC4B-AF21-03D446655211}" srcOrd="4" destOrd="0" presId="urn:microsoft.com/office/officeart/2005/8/layout/list1"/>
    <dgm:cxn modelId="{801ABA3A-D4E4-2945-88F6-409FDEB6E085}" type="presParOf" srcId="{CAE68F9B-8314-FC4B-AF21-03D446655211}" destId="{3AA2B264-ABB6-8B42-AD07-382EF870C011}" srcOrd="0" destOrd="0" presId="urn:microsoft.com/office/officeart/2005/8/layout/list1"/>
    <dgm:cxn modelId="{4C487C27-30F1-6C42-B012-190788876EBA}" type="presParOf" srcId="{CAE68F9B-8314-FC4B-AF21-03D446655211}" destId="{D7E7C905-AC77-6A4F-B82A-C0D1FD3A4E42}" srcOrd="1" destOrd="0" presId="urn:microsoft.com/office/officeart/2005/8/layout/list1"/>
    <dgm:cxn modelId="{5EB57263-3AB3-8544-B02D-D7D000BB74F7}" type="presParOf" srcId="{08646296-0F77-CA42-8F8E-50953B774FFA}" destId="{12AB81BA-4DDA-944D-B904-45BF273E70A2}" srcOrd="5" destOrd="0" presId="urn:microsoft.com/office/officeart/2005/8/layout/list1"/>
    <dgm:cxn modelId="{69B3B8F9-6732-BD49-9363-0A877C9EFC3B}" type="presParOf" srcId="{08646296-0F77-CA42-8F8E-50953B774FFA}" destId="{BCAF3740-0A28-234D-9E90-2BCC4605FBC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6A8DC0-BD99-46E8-8477-10BD7F1E3303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2_2#2" csCatId="accent2" phldr="1"/>
      <dgm:spPr/>
      <dgm:t>
        <a:bodyPr/>
        <a:lstStyle/>
        <a:p>
          <a:endParaRPr lang="en-US"/>
        </a:p>
      </dgm:t>
    </dgm:pt>
    <dgm:pt modelId="{78654F51-D92E-432F-97F9-355B5A703ADC}">
      <dgm:prSet/>
      <dgm:spPr/>
      <dgm:t>
        <a:bodyPr/>
        <a:lstStyle/>
        <a:p>
          <a:r>
            <a:rPr lang="en-US"/>
            <a:t>Read and discuss the provided case study</a:t>
          </a:r>
        </a:p>
      </dgm:t>
    </dgm:pt>
    <dgm:pt modelId="{BD06CAE0-2A01-432E-A58D-A507047A5B57}" type="parTrans" cxnId="{CB63F4CE-43F7-4BD1-8A0D-A052683F33E1}">
      <dgm:prSet/>
      <dgm:spPr/>
      <dgm:t>
        <a:bodyPr/>
        <a:lstStyle/>
        <a:p>
          <a:endParaRPr lang="en-US"/>
        </a:p>
      </dgm:t>
    </dgm:pt>
    <dgm:pt modelId="{5AF4AD06-FBF0-46DA-B9CC-9D9536DA8C8E}" type="sibTrans" cxnId="{CB63F4CE-43F7-4BD1-8A0D-A052683F33E1}">
      <dgm:prSet/>
      <dgm:spPr/>
      <dgm:t>
        <a:bodyPr/>
        <a:lstStyle/>
        <a:p>
          <a:endParaRPr lang="en-US"/>
        </a:p>
      </dgm:t>
    </dgm:pt>
    <dgm:pt modelId="{8EB50625-B77D-4A60-9B77-174A36B3F0E5}">
      <dgm:prSet/>
      <dgm:spPr/>
      <dgm:t>
        <a:bodyPr/>
        <a:lstStyle/>
        <a:p>
          <a:r>
            <a:rPr lang="en-US"/>
            <a:t>Identify key business processes</a:t>
          </a:r>
        </a:p>
      </dgm:t>
    </dgm:pt>
    <dgm:pt modelId="{C28ABCCC-3871-479F-9B9D-C1D2F5B1AE1F}" type="parTrans" cxnId="{2EAAE9F4-CF21-4022-AE69-5A0828646144}">
      <dgm:prSet/>
      <dgm:spPr/>
      <dgm:t>
        <a:bodyPr/>
        <a:lstStyle/>
        <a:p>
          <a:endParaRPr lang="en-US"/>
        </a:p>
      </dgm:t>
    </dgm:pt>
    <dgm:pt modelId="{413667DF-B24E-4664-A5EF-D90ECF146F83}" type="sibTrans" cxnId="{2EAAE9F4-CF21-4022-AE69-5A0828646144}">
      <dgm:prSet/>
      <dgm:spPr/>
      <dgm:t>
        <a:bodyPr/>
        <a:lstStyle/>
        <a:p>
          <a:endParaRPr lang="en-US"/>
        </a:p>
      </dgm:t>
    </dgm:pt>
    <dgm:pt modelId="{4622B2BB-EBE2-4B15-A12B-CE138F115E47}">
      <dgm:prSet/>
      <dgm:spPr/>
      <dgm:t>
        <a:bodyPr/>
        <a:lstStyle/>
        <a:p>
          <a:r>
            <a:rPr lang="en-US"/>
            <a:t>Model the AS-IS and TO-BE processes using BPMN</a:t>
          </a:r>
        </a:p>
      </dgm:t>
    </dgm:pt>
    <dgm:pt modelId="{9B7A0352-7FF3-499B-83C5-F1A61B44B298}" type="parTrans" cxnId="{F0A939EB-72DB-4972-BCF5-8E78919133E8}">
      <dgm:prSet/>
      <dgm:spPr/>
      <dgm:t>
        <a:bodyPr/>
        <a:lstStyle/>
        <a:p>
          <a:endParaRPr lang="en-US"/>
        </a:p>
      </dgm:t>
    </dgm:pt>
    <dgm:pt modelId="{E6FF9C14-48A3-4628-B343-95EBCBEADFA7}" type="sibTrans" cxnId="{F0A939EB-72DB-4972-BCF5-8E78919133E8}">
      <dgm:prSet/>
      <dgm:spPr/>
      <dgm:t>
        <a:bodyPr/>
        <a:lstStyle/>
        <a:p>
          <a:endParaRPr lang="en-US"/>
        </a:p>
      </dgm:t>
    </dgm:pt>
    <dgm:pt modelId="{D1CA7A84-5CE3-4513-BFE1-E68251A61A00}">
      <dgm:prSet/>
      <dgm:spPr/>
      <dgm:t>
        <a:bodyPr/>
        <a:lstStyle/>
        <a:p>
          <a:r>
            <a:rPr lang="en-US" dirty="0"/>
            <a:t>Document your findings for discussion in class</a:t>
          </a:r>
        </a:p>
      </dgm:t>
    </dgm:pt>
    <dgm:pt modelId="{EE9CE9F6-00E5-4C9B-9500-37835AAD133F}" type="parTrans" cxnId="{0475B3F9-8E33-4D1F-9109-F97E595C73F1}">
      <dgm:prSet/>
      <dgm:spPr/>
      <dgm:t>
        <a:bodyPr/>
        <a:lstStyle/>
        <a:p>
          <a:endParaRPr lang="en-US"/>
        </a:p>
      </dgm:t>
    </dgm:pt>
    <dgm:pt modelId="{9E3A5C01-96BB-4910-A6BD-892DE1EBE1C4}" type="sibTrans" cxnId="{0475B3F9-8E33-4D1F-9109-F97E595C73F1}">
      <dgm:prSet/>
      <dgm:spPr/>
      <dgm:t>
        <a:bodyPr/>
        <a:lstStyle/>
        <a:p>
          <a:endParaRPr lang="en-US"/>
        </a:p>
      </dgm:t>
    </dgm:pt>
    <dgm:pt modelId="{EA18D611-0915-4DE4-90AB-9C5F66F1D3FF}" type="pres">
      <dgm:prSet presAssocID="{DE6A8DC0-BD99-46E8-8477-10BD7F1E3303}" presName="root" presStyleCnt="0">
        <dgm:presLayoutVars>
          <dgm:dir/>
          <dgm:resizeHandles val="exact"/>
        </dgm:presLayoutVars>
      </dgm:prSet>
      <dgm:spPr/>
    </dgm:pt>
    <dgm:pt modelId="{473BCA07-B15C-491D-A29C-E459E1395404}" type="pres">
      <dgm:prSet presAssocID="{78654F51-D92E-432F-97F9-355B5A703ADC}" presName="compNode" presStyleCnt="0"/>
      <dgm:spPr/>
    </dgm:pt>
    <dgm:pt modelId="{96D468DB-BA81-461E-A2D5-042809CEE218}" type="pres">
      <dgm:prSet presAssocID="{78654F51-D92E-432F-97F9-355B5A703ADC}" presName="bgRect" presStyleLbl="bgShp" presStyleIdx="0" presStyleCnt="4"/>
      <dgm:spPr/>
    </dgm:pt>
    <dgm:pt modelId="{0B133687-1E0D-4757-A869-ED22204245C6}" type="pres">
      <dgm:prSet presAssocID="{78654F51-D92E-432F-97F9-355B5A703AD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35011E8-4D89-45E3-A3E4-E7F477CE95A8}" type="pres">
      <dgm:prSet presAssocID="{78654F51-D92E-432F-97F9-355B5A703ADC}" presName="spaceRect" presStyleCnt="0"/>
      <dgm:spPr/>
    </dgm:pt>
    <dgm:pt modelId="{A5AA1C41-1C33-480E-B0EA-E22A32992AE7}" type="pres">
      <dgm:prSet presAssocID="{78654F51-D92E-432F-97F9-355B5A703ADC}" presName="parTx" presStyleLbl="revTx" presStyleIdx="0" presStyleCnt="4">
        <dgm:presLayoutVars>
          <dgm:chMax val="0"/>
          <dgm:chPref val="0"/>
        </dgm:presLayoutVars>
      </dgm:prSet>
      <dgm:spPr/>
    </dgm:pt>
    <dgm:pt modelId="{A96FB63B-A22C-4F4E-BBF5-B6E38AA98B5E}" type="pres">
      <dgm:prSet presAssocID="{5AF4AD06-FBF0-46DA-B9CC-9D9536DA8C8E}" presName="sibTrans" presStyleCnt="0"/>
      <dgm:spPr/>
    </dgm:pt>
    <dgm:pt modelId="{6258D2ED-9D0E-41CD-9B5A-C2190E0237F7}" type="pres">
      <dgm:prSet presAssocID="{8EB50625-B77D-4A60-9B77-174A36B3F0E5}" presName="compNode" presStyleCnt="0"/>
      <dgm:spPr/>
    </dgm:pt>
    <dgm:pt modelId="{1CD7AAC9-3225-49AA-A055-0D4276897849}" type="pres">
      <dgm:prSet presAssocID="{8EB50625-B77D-4A60-9B77-174A36B3F0E5}" presName="bgRect" presStyleLbl="bgShp" presStyleIdx="1" presStyleCnt="4"/>
      <dgm:spPr/>
    </dgm:pt>
    <dgm:pt modelId="{ED22B371-ABE6-41BF-976C-69B8D0586376}" type="pres">
      <dgm:prSet presAssocID="{8EB50625-B77D-4A60-9B77-174A36B3F0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EBEF72D-89D0-4394-AABB-48031CBC3100}" type="pres">
      <dgm:prSet presAssocID="{8EB50625-B77D-4A60-9B77-174A36B3F0E5}" presName="spaceRect" presStyleCnt="0"/>
      <dgm:spPr/>
    </dgm:pt>
    <dgm:pt modelId="{F34D1F6A-B117-48A4-8087-DA2DA55AB10E}" type="pres">
      <dgm:prSet presAssocID="{8EB50625-B77D-4A60-9B77-174A36B3F0E5}" presName="parTx" presStyleLbl="revTx" presStyleIdx="1" presStyleCnt="4">
        <dgm:presLayoutVars>
          <dgm:chMax val="0"/>
          <dgm:chPref val="0"/>
        </dgm:presLayoutVars>
      </dgm:prSet>
      <dgm:spPr/>
    </dgm:pt>
    <dgm:pt modelId="{C2AEA176-794A-4C35-BD06-6DCABEAD363F}" type="pres">
      <dgm:prSet presAssocID="{413667DF-B24E-4664-A5EF-D90ECF146F83}" presName="sibTrans" presStyleCnt="0"/>
      <dgm:spPr/>
    </dgm:pt>
    <dgm:pt modelId="{DD189497-576D-4B9D-BF18-A878B132D5E2}" type="pres">
      <dgm:prSet presAssocID="{4622B2BB-EBE2-4B15-A12B-CE138F115E47}" presName="compNode" presStyleCnt="0"/>
      <dgm:spPr/>
    </dgm:pt>
    <dgm:pt modelId="{1BB13299-94C7-4FCB-8F7D-66904793AE57}" type="pres">
      <dgm:prSet presAssocID="{4622B2BB-EBE2-4B15-A12B-CE138F115E47}" presName="bgRect" presStyleLbl="bgShp" presStyleIdx="2" presStyleCnt="4"/>
      <dgm:spPr/>
    </dgm:pt>
    <dgm:pt modelId="{B6692F98-192B-4E0E-BCC3-01755F95B20D}" type="pres">
      <dgm:prSet presAssocID="{4622B2BB-EBE2-4B15-A12B-CE138F115E4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44E24B1-4758-4FCF-AE63-9C7148820EF2}" type="pres">
      <dgm:prSet presAssocID="{4622B2BB-EBE2-4B15-A12B-CE138F115E47}" presName="spaceRect" presStyleCnt="0"/>
      <dgm:spPr/>
    </dgm:pt>
    <dgm:pt modelId="{5F235AA6-AEE4-4402-A39F-BE8B690D0E68}" type="pres">
      <dgm:prSet presAssocID="{4622B2BB-EBE2-4B15-A12B-CE138F115E47}" presName="parTx" presStyleLbl="revTx" presStyleIdx="2" presStyleCnt="4">
        <dgm:presLayoutVars>
          <dgm:chMax val="0"/>
          <dgm:chPref val="0"/>
        </dgm:presLayoutVars>
      </dgm:prSet>
      <dgm:spPr/>
    </dgm:pt>
    <dgm:pt modelId="{604D24BC-E851-4376-AB26-1696C73A3B1E}" type="pres">
      <dgm:prSet presAssocID="{E6FF9C14-48A3-4628-B343-95EBCBEADFA7}" presName="sibTrans" presStyleCnt="0"/>
      <dgm:spPr/>
    </dgm:pt>
    <dgm:pt modelId="{DC68CD3D-215C-4D91-B09F-89772A81D009}" type="pres">
      <dgm:prSet presAssocID="{D1CA7A84-5CE3-4513-BFE1-E68251A61A00}" presName="compNode" presStyleCnt="0"/>
      <dgm:spPr/>
    </dgm:pt>
    <dgm:pt modelId="{37714502-D72D-40C5-9BFC-9A1B6FD1DBB7}" type="pres">
      <dgm:prSet presAssocID="{D1CA7A84-5CE3-4513-BFE1-E68251A61A00}" presName="bgRect" presStyleLbl="bgShp" presStyleIdx="3" presStyleCnt="4"/>
      <dgm:spPr/>
    </dgm:pt>
    <dgm:pt modelId="{BA166CC2-4DF8-48CC-94E8-46F273094016}" type="pres">
      <dgm:prSet presAssocID="{D1CA7A84-5CE3-4513-BFE1-E68251A61A0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66D23EF-BB85-4E19-B1DB-224384FA7FE6}" type="pres">
      <dgm:prSet presAssocID="{D1CA7A84-5CE3-4513-BFE1-E68251A61A00}" presName="spaceRect" presStyleCnt="0"/>
      <dgm:spPr/>
    </dgm:pt>
    <dgm:pt modelId="{34945DDC-02F3-40E8-A240-28A0F5726BC2}" type="pres">
      <dgm:prSet presAssocID="{D1CA7A84-5CE3-4513-BFE1-E68251A61A0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2B6260C-DCAE-4E50-AB0F-B689996CB7E2}" type="presOf" srcId="{4622B2BB-EBE2-4B15-A12B-CE138F115E47}" destId="{5F235AA6-AEE4-4402-A39F-BE8B690D0E68}" srcOrd="0" destOrd="0" presId="urn:microsoft.com/office/officeart/2018/2/layout/IconVerticalSolidList"/>
    <dgm:cxn modelId="{312B9018-BBB0-4145-9CC0-66DADB1DF321}" type="presOf" srcId="{DE6A8DC0-BD99-46E8-8477-10BD7F1E3303}" destId="{EA18D611-0915-4DE4-90AB-9C5F66F1D3FF}" srcOrd="0" destOrd="0" presId="urn:microsoft.com/office/officeart/2018/2/layout/IconVerticalSolidList"/>
    <dgm:cxn modelId="{4DF7C434-0497-4841-AD3B-64F076D8A80E}" type="presOf" srcId="{D1CA7A84-5CE3-4513-BFE1-E68251A61A00}" destId="{34945DDC-02F3-40E8-A240-28A0F5726BC2}" srcOrd="0" destOrd="0" presId="urn:microsoft.com/office/officeart/2018/2/layout/IconVerticalSolidList"/>
    <dgm:cxn modelId="{38C5D74C-D262-472A-85A3-8ADEB8EAA4F1}" type="presOf" srcId="{8EB50625-B77D-4A60-9B77-174A36B3F0E5}" destId="{F34D1F6A-B117-48A4-8087-DA2DA55AB10E}" srcOrd="0" destOrd="0" presId="urn:microsoft.com/office/officeart/2018/2/layout/IconVerticalSolidList"/>
    <dgm:cxn modelId="{F5C47B61-F2E9-4ED4-925B-9471864C8619}" type="presOf" srcId="{78654F51-D92E-432F-97F9-355B5A703ADC}" destId="{A5AA1C41-1C33-480E-B0EA-E22A32992AE7}" srcOrd="0" destOrd="0" presId="urn:microsoft.com/office/officeart/2018/2/layout/IconVerticalSolidList"/>
    <dgm:cxn modelId="{CB63F4CE-43F7-4BD1-8A0D-A052683F33E1}" srcId="{DE6A8DC0-BD99-46E8-8477-10BD7F1E3303}" destId="{78654F51-D92E-432F-97F9-355B5A703ADC}" srcOrd="0" destOrd="0" parTransId="{BD06CAE0-2A01-432E-A58D-A507047A5B57}" sibTransId="{5AF4AD06-FBF0-46DA-B9CC-9D9536DA8C8E}"/>
    <dgm:cxn modelId="{F0A939EB-72DB-4972-BCF5-8E78919133E8}" srcId="{DE6A8DC0-BD99-46E8-8477-10BD7F1E3303}" destId="{4622B2BB-EBE2-4B15-A12B-CE138F115E47}" srcOrd="2" destOrd="0" parTransId="{9B7A0352-7FF3-499B-83C5-F1A61B44B298}" sibTransId="{E6FF9C14-48A3-4628-B343-95EBCBEADFA7}"/>
    <dgm:cxn modelId="{2EAAE9F4-CF21-4022-AE69-5A0828646144}" srcId="{DE6A8DC0-BD99-46E8-8477-10BD7F1E3303}" destId="{8EB50625-B77D-4A60-9B77-174A36B3F0E5}" srcOrd="1" destOrd="0" parTransId="{C28ABCCC-3871-479F-9B9D-C1D2F5B1AE1F}" sibTransId="{413667DF-B24E-4664-A5EF-D90ECF146F83}"/>
    <dgm:cxn modelId="{0475B3F9-8E33-4D1F-9109-F97E595C73F1}" srcId="{DE6A8DC0-BD99-46E8-8477-10BD7F1E3303}" destId="{D1CA7A84-5CE3-4513-BFE1-E68251A61A00}" srcOrd="3" destOrd="0" parTransId="{EE9CE9F6-00E5-4C9B-9500-37835AAD133F}" sibTransId="{9E3A5C01-96BB-4910-A6BD-892DE1EBE1C4}"/>
    <dgm:cxn modelId="{A039A523-DF55-4397-AE69-9548A9CBC21E}" type="presParOf" srcId="{EA18D611-0915-4DE4-90AB-9C5F66F1D3FF}" destId="{473BCA07-B15C-491D-A29C-E459E1395404}" srcOrd="0" destOrd="0" presId="urn:microsoft.com/office/officeart/2018/2/layout/IconVerticalSolidList"/>
    <dgm:cxn modelId="{92023BAC-2236-4CFF-90D4-0319D72635A0}" type="presParOf" srcId="{473BCA07-B15C-491D-A29C-E459E1395404}" destId="{96D468DB-BA81-461E-A2D5-042809CEE218}" srcOrd="0" destOrd="0" presId="urn:microsoft.com/office/officeart/2018/2/layout/IconVerticalSolidList"/>
    <dgm:cxn modelId="{ED54BEA7-AFC4-40FC-8034-E24AB9662281}" type="presParOf" srcId="{473BCA07-B15C-491D-A29C-E459E1395404}" destId="{0B133687-1E0D-4757-A869-ED22204245C6}" srcOrd="1" destOrd="0" presId="urn:microsoft.com/office/officeart/2018/2/layout/IconVerticalSolidList"/>
    <dgm:cxn modelId="{82009E8D-2D02-4CFF-80F5-D8F0F907BC92}" type="presParOf" srcId="{473BCA07-B15C-491D-A29C-E459E1395404}" destId="{635011E8-4D89-45E3-A3E4-E7F477CE95A8}" srcOrd="2" destOrd="0" presId="urn:microsoft.com/office/officeart/2018/2/layout/IconVerticalSolidList"/>
    <dgm:cxn modelId="{58C8D95E-5C26-45CB-8F47-150D6FFE762B}" type="presParOf" srcId="{473BCA07-B15C-491D-A29C-E459E1395404}" destId="{A5AA1C41-1C33-480E-B0EA-E22A32992AE7}" srcOrd="3" destOrd="0" presId="urn:microsoft.com/office/officeart/2018/2/layout/IconVerticalSolidList"/>
    <dgm:cxn modelId="{4E9C9F3F-C3C9-4A35-986A-8A03BA47417C}" type="presParOf" srcId="{EA18D611-0915-4DE4-90AB-9C5F66F1D3FF}" destId="{A96FB63B-A22C-4F4E-BBF5-B6E38AA98B5E}" srcOrd="1" destOrd="0" presId="urn:microsoft.com/office/officeart/2018/2/layout/IconVerticalSolidList"/>
    <dgm:cxn modelId="{C80CCCD6-1CE1-408D-A7EB-5C03CC7FB574}" type="presParOf" srcId="{EA18D611-0915-4DE4-90AB-9C5F66F1D3FF}" destId="{6258D2ED-9D0E-41CD-9B5A-C2190E0237F7}" srcOrd="2" destOrd="0" presId="urn:microsoft.com/office/officeart/2018/2/layout/IconVerticalSolidList"/>
    <dgm:cxn modelId="{83547B64-20BD-43AF-BACA-256EE87A7883}" type="presParOf" srcId="{6258D2ED-9D0E-41CD-9B5A-C2190E0237F7}" destId="{1CD7AAC9-3225-49AA-A055-0D4276897849}" srcOrd="0" destOrd="0" presId="urn:microsoft.com/office/officeart/2018/2/layout/IconVerticalSolidList"/>
    <dgm:cxn modelId="{90AD9FFE-D013-483A-9B3B-FE1427A7F961}" type="presParOf" srcId="{6258D2ED-9D0E-41CD-9B5A-C2190E0237F7}" destId="{ED22B371-ABE6-41BF-976C-69B8D0586376}" srcOrd="1" destOrd="0" presId="urn:microsoft.com/office/officeart/2018/2/layout/IconVerticalSolidList"/>
    <dgm:cxn modelId="{80F14BFF-0633-4721-85BF-C57E715B3139}" type="presParOf" srcId="{6258D2ED-9D0E-41CD-9B5A-C2190E0237F7}" destId="{9EBEF72D-89D0-4394-AABB-48031CBC3100}" srcOrd="2" destOrd="0" presId="urn:microsoft.com/office/officeart/2018/2/layout/IconVerticalSolidList"/>
    <dgm:cxn modelId="{EA196752-4FBD-46AE-BB3B-CF6903F4F632}" type="presParOf" srcId="{6258D2ED-9D0E-41CD-9B5A-C2190E0237F7}" destId="{F34D1F6A-B117-48A4-8087-DA2DA55AB10E}" srcOrd="3" destOrd="0" presId="urn:microsoft.com/office/officeart/2018/2/layout/IconVerticalSolidList"/>
    <dgm:cxn modelId="{162F26AA-DCE5-4FC8-98DA-3851266BFED9}" type="presParOf" srcId="{EA18D611-0915-4DE4-90AB-9C5F66F1D3FF}" destId="{C2AEA176-794A-4C35-BD06-6DCABEAD363F}" srcOrd="3" destOrd="0" presId="urn:microsoft.com/office/officeart/2018/2/layout/IconVerticalSolidList"/>
    <dgm:cxn modelId="{9C603176-596D-492E-988E-C17B979F86ED}" type="presParOf" srcId="{EA18D611-0915-4DE4-90AB-9C5F66F1D3FF}" destId="{DD189497-576D-4B9D-BF18-A878B132D5E2}" srcOrd="4" destOrd="0" presId="urn:microsoft.com/office/officeart/2018/2/layout/IconVerticalSolidList"/>
    <dgm:cxn modelId="{ED4C91F0-B591-491D-8A91-DDE04A175E3B}" type="presParOf" srcId="{DD189497-576D-4B9D-BF18-A878B132D5E2}" destId="{1BB13299-94C7-4FCB-8F7D-66904793AE57}" srcOrd="0" destOrd="0" presId="urn:microsoft.com/office/officeart/2018/2/layout/IconVerticalSolidList"/>
    <dgm:cxn modelId="{75186AC4-06BB-4C1B-9824-714140425C8A}" type="presParOf" srcId="{DD189497-576D-4B9D-BF18-A878B132D5E2}" destId="{B6692F98-192B-4E0E-BCC3-01755F95B20D}" srcOrd="1" destOrd="0" presId="urn:microsoft.com/office/officeart/2018/2/layout/IconVerticalSolidList"/>
    <dgm:cxn modelId="{B2C5BCFF-620D-46B5-84C3-9195BC8D3588}" type="presParOf" srcId="{DD189497-576D-4B9D-BF18-A878B132D5E2}" destId="{944E24B1-4758-4FCF-AE63-9C7148820EF2}" srcOrd="2" destOrd="0" presId="urn:microsoft.com/office/officeart/2018/2/layout/IconVerticalSolidList"/>
    <dgm:cxn modelId="{18BDA7C5-8D56-40B1-8463-F341B113B0E3}" type="presParOf" srcId="{DD189497-576D-4B9D-BF18-A878B132D5E2}" destId="{5F235AA6-AEE4-4402-A39F-BE8B690D0E68}" srcOrd="3" destOrd="0" presId="urn:microsoft.com/office/officeart/2018/2/layout/IconVerticalSolidList"/>
    <dgm:cxn modelId="{90B6AEA0-A390-412F-937C-1F7B294612B9}" type="presParOf" srcId="{EA18D611-0915-4DE4-90AB-9C5F66F1D3FF}" destId="{604D24BC-E851-4376-AB26-1696C73A3B1E}" srcOrd="5" destOrd="0" presId="urn:microsoft.com/office/officeart/2018/2/layout/IconVerticalSolidList"/>
    <dgm:cxn modelId="{3017EB31-71BC-415A-B889-BD0AE44C3228}" type="presParOf" srcId="{EA18D611-0915-4DE4-90AB-9C5F66F1D3FF}" destId="{DC68CD3D-215C-4D91-B09F-89772A81D009}" srcOrd="6" destOrd="0" presId="urn:microsoft.com/office/officeart/2018/2/layout/IconVerticalSolidList"/>
    <dgm:cxn modelId="{837F67D4-147D-4F97-A672-2C9A8ABDDD43}" type="presParOf" srcId="{DC68CD3D-215C-4D91-B09F-89772A81D009}" destId="{37714502-D72D-40C5-9BFC-9A1B6FD1DBB7}" srcOrd="0" destOrd="0" presId="urn:microsoft.com/office/officeart/2018/2/layout/IconVerticalSolidList"/>
    <dgm:cxn modelId="{AC907655-98DA-4518-91FA-C1783038D426}" type="presParOf" srcId="{DC68CD3D-215C-4D91-B09F-89772A81D009}" destId="{BA166CC2-4DF8-48CC-94E8-46F273094016}" srcOrd="1" destOrd="0" presId="urn:microsoft.com/office/officeart/2018/2/layout/IconVerticalSolidList"/>
    <dgm:cxn modelId="{12D51CA4-A1EC-41A0-BBBD-0F3C983E672A}" type="presParOf" srcId="{DC68CD3D-215C-4D91-B09F-89772A81D009}" destId="{766D23EF-BB85-4E19-B1DB-224384FA7FE6}" srcOrd="2" destOrd="0" presId="urn:microsoft.com/office/officeart/2018/2/layout/IconVerticalSolidList"/>
    <dgm:cxn modelId="{BEBF749A-A0F5-4CA6-AC84-D2EDE889AF02}" type="presParOf" srcId="{DC68CD3D-215C-4D91-B09F-89772A81D009}" destId="{34945DDC-02F3-40E8-A240-28A0F5726B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A0F05B-522A-4AA8-8036-6DED92B7B2D0}" type="doc">
      <dgm:prSet loTypeId="urn:microsoft.com/office/officeart/2018/5/layout/IconCircleLabelList" loCatId="icon" qsTypeId="urn:microsoft.com/office/officeart/2005/8/quickstyle/simple1#3" qsCatId="simple" csTypeId="urn:microsoft.com/office/officeart/2005/8/colors/accent2_2#3" csCatId="accent2" phldr="1"/>
      <dgm:spPr/>
      <dgm:t>
        <a:bodyPr/>
        <a:lstStyle/>
        <a:p>
          <a:endParaRPr lang="en-US"/>
        </a:p>
      </dgm:t>
    </dgm:pt>
    <dgm:pt modelId="{FE61A638-DB49-49DB-9627-F68148E48F16}">
      <dgm:prSet/>
      <dgm:spPr/>
      <dgm:t>
        <a:bodyPr/>
        <a:lstStyle/>
        <a:p>
          <a:pPr>
            <a:defRPr cap="all"/>
          </a:pPr>
          <a:r>
            <a:rPr lang="en-GB"/>
            <a:t>Form your group (4–5 members)</a:t>
          </a:r>
          <a:endParaRPr lang="en-US"/>
        </a:p>
      </dgm:t>
    </dgm:pt>
    <dgm:pt modelId="{72E7D832-2F92-424C-BA4C-653D96C39B03}" type="parTrans" cxnId="{A99D3E24-0ECF-42E5-B119-3EACDFAFEBCC}">
      <dgm:prSet/>
      <dgm:spPr/>
      <dgm:t>
        <a:bodyPr/>
        <a:lstStyle/>
        <a:p>
          <a:endParaRPr lang="en-US"/>
        </a:p>
      </dgm:t>
    </dgm:pt>
    <dgm:pt modelId="{02055476-F37D-4D41-89C3-F277A32A0F3F}" type="sibTrans" cxnId="{A99D3E24-0ECF-42E5-B119-3EACDFAFEBCC}">
      <dgm:prSet/>
      <dgm:spPr/>
      <dgm:t>
        <a:bodyPr/>
        <a:lstStyle/>
        <a:p>
          <a:endParaRPr lang="en-US"/>
        </a:p>
      </dgm:t>
    </dgm:pt>
    <dgm:pt modelId="{526A3A2A-71E9-402F-BD1B-10834D32B7D7}">
      <dgm:prSet/>
      <dgm:spPr/>
      <dgm:t>
        <a:bodyPr/>
        <a:lstStyle/>
        <a:p>
          <a:pPr>
            <a:defRPr cap="all"/>
          </a:pPr>
          <a:r>
            <a:rPr lang="en-GB" dirty="0"/>
            <a:t>Register your group</a:t>
          </a:r>
          <a:endParaRPr lang="en-US" dirty="0"/>
        </a:p>
      </dgm:t>
    </dgm:pt>
    <dgm:pt modelId="{BDEAE4FE-4010-4558-8395-7FCA1EB9CB51}" type="parTrans" cxnId="{D0174651-1791-4099-BFB2-95B49F56E399}">
      <dgm:prSet/>
      <dgm:spPr/>
      <dgm:t>
        <a:bodyPr/>
        <a:lstStyle/>
        <a:p>
          <a:endParaRPr lang="en-US"/>
        </a:p>
      </dgm:t>
    </dgm:pt>
    <dgm:pt modelId="{89ADDAE8-B4BE-4903-9779-E1FF9EA2DBF0}" type="sibTrans" cxnId="{D0174651-1791-4099-BFB2-95B49F56E399}">
      <dgm:prSet/>
      <dgm:spPr/>
      <dgm:t>
        <a:bodyPr/>
        <a:lstStyle/>
        <a:p>
          <a:endParaRPr lang="en-US"/>
        </a:p>
      </dgm:t>
    </dgm:pt>
    <dgm:pt modelId="{3D94AFA5-1166-4E9F-911A-A16A1F995F46}">
      <dgm:prSet/>
      <dgm:spPr/>
      <dgm:t>
        <a:bodyPr/>
        <a:lstStyle/>
        <a:p>
          <a:pPr>
            <a:defRPr cap="all"/>
          </a:pPr>
          <a:r>
            <a:rPr lang="en-GB"/>
            <a:t>Analyse the case study collaboratively</a:t>
          </a:r>
          <a:endParaRPr lang="en-US"/>
        </a:p>
      </dgm:t>
    </dgm:pt>
    <dgm:pt modelId="{597D50BD-DAF6-43C4-9F2D-E398E11D5358}" type="parTrans" cxnId="{C103B915-4424-4241-AB4F-17EEF7017AAE}">
      <dgm:prSet/>
      <dgm:spPr/>
      <dgm:t>
        <a:bodyPr/>
        <a:lstStyle/>
        <a:p>
          <a:endParaRPr lang="en-US"/>
        </a:p>
      </dgm:t>
    </dgm:pt>
    <dgm:pt modelId="{1C9AB5E7-B585-4E6B-A03A-29D96A431A2C}" type="sibTrans" cxnId="{C103B915-4424-4241-AB4F-17EEF7017AAE}">
      <dgm:prSet/>
      <dgm:spPr/>
      <dgm:t>
        <a:bodyPr/>
        <a:lstStyle/>
        <a:p>
          <a:endParaRPr lang="en-US"/>
        </a:p>
      </dgm:t>
    </dgm:pt>
    <dgm:pt modelId="{7041D0C0-164A-43F0-8558-7C0C4163031B}">
      <dgm:prSet/>
      <dgm:spPr/>
      <dgm:t>
        <a:bodyPr/>
        <a:lstStyle/>
        <a:p>
          <a:pPr>
            <a:defRPr cap="all"/>
          </a:pPr>
          <a:r>
            <a:rPr lang="en-GB"/>
            <a:t>Set up Camunda 8 on all members’ laptops</a:t>
          </a:r>
          <a:endParaRPr lang="en-US"/>
        </a:p>
      </dgm:t>
    </dgm:pt>
    <dgm:pt modelId="{95F6D3B3-59BE-4B52-A41C-72830721A0F2}" type="parTrans" cxnId="{E5FE611C-4F34-4E73-9BB8-17EE62DBB075}">
      <dgm:prSet/>
      <dgm:spPr/>
      <dgm:t>
        <a:bodyPr/>
        <a:lstStyle/>
        <a:p>
          <a:endParaRPr lang="en-US"/>
        </a:p>
      </dgm:t>
    </dgm:pt>
    <dgm:pt modelId="{00A971B7-5E79-416F-AFC8-02AC4D1D0575}" type="sibTrans" cxnId="{E5FE611C-4F34-4E73-9BB8-17EE62DBB075}">
      <dgm:prSet/>
      <dgm:spPr/>
      <dgm:t>
        <a:bodyPr/>
        <a:lstStyle/>
        <a:p>
          <a:endParaRPr lang="en-US"/>
        </a:p>
      </dgm:t>
    </dgm:pt>
    <dgm:pt modelId="{CAABDB3D-21C9-47E5-BE20-6D479919B6CE}">
      <dgm:prSet/>
      <dgm:spPr/>
      <dgm:t>
        <a:bodyPr/>
        <a:lstStyle/>
        <a:p>
          <a:pPr>
            <a:defRPr cap="all"/>
          </a:pPr>
          <a:r>
            <a:rPr lang="en-GB"/>
            <a:t>Confirm successful deployment of a test process</a:t>
          </a:r>
          <a:endParaRPr lang="en-US"/>
        </a:p>
      </dgm:t>
    </dgm:pt>
    <dgm:pt modelId="{1DB148D1-C358-4CE3-AFE5-AE902411C065}" type="parTrans" cxnId="{0BCBA356-5AF7-4A65-91F2-73C8E68543DD}">
      <dgm:prSet/>
      <dgm:spPr/>
      <dgm:t>
        <a:bodyPr/>
        <a:lstStyle/>
        <a:p>
          <a:endParaRPr lang="en-US"/>
        </a:p>
      </dgm:t>
    </dgm:pt>
    <dgm:pt modelId="{35770F7C-012C-4BF9-90B7-F2CE6BFA61B0}" type="sibTrans" cxnId="{0BCBA356-5AF7-4A65-91F2-73C8E68543DD}">
      <dgm:prSet/>
      <dgm:spPr/>
      <dgm:t>
        <a:bodyPr/>
        <a:lstStyle/>
        <a:p>
          <a:endParaRPr lang="en-US"/>
        </a:p>
      </dgm:t>
    </dgm:pt>
    <dgm:pt modelId="{6A029BA1-033F-4A06-A9DC-22018FF5ED45}" type="pres">
      <dgm:prSet presAssocID="{90A0F05B-522A-4AA8-8036-6DED92B7B2D0}" presName="root" presStyleCnt="0">
        <dgm:presLayoutVars>
          <dgm:dir/>
          <dgm:resizeHandles val="exact"/>
        </dgm:presLayoutVars>
      </dgm:prSet>
      <dgm:spPr/>
    </dgm:pt>
    <dgm:pt modelId="{3889CDE5-8492-4AE0-9CCD-062CF559D0B4}" type="pres">
      <dgm:prSet presAssocID="{FE61A638-DB49-49DB-9627-F68148E48F16}" presName="compNode" presStyleCnt="0"/>
      <dgm:spPr/>
    </dgm:pt>
    <dgm:pt modelId="{64C6C81F-5E40-483C-9084-39F72A9B4BA1}" type="pres">
      <dgm:prSet presAssocID="{FE61A638-DB49-49DB-9627-F68148E48F16}" presName="iconBgRect" presStyleLbl="bgShp" presStyleIdx="0" presStyleCnt="5"/>
      <dgm:spPr/>
    </dgm:pt>
    <dgm:pt modelId="{C03AE6EB-2F60-48A6-B577-9D085FCAF17B}" type="pres">
      <dgm:prSet presAssocID="{FE61A638-DB49-49DB-9627-F68148E48F1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F94AD65-8BD9-43AF-9077-6902D7435A41}" type="pres">
      <dgm:prSet presAssocID="{FE61A638-DB49-49DB-9627-F68148E48F16}" presName="spaceRect" presStyleCnt="0"/>
      <dgm:spPr/>
    </dgm:pt>
    <dgm:pt modelId="{13822BB4-FA2E-427C-A610-201AA43F0994}" type="pres">
      <dgm:prSet presAssocID="{FE61A638-DB49-49DB-9627-F68148E48F16}" presName="textRect" presStyleLbl="revTx" presStyleIdx="0" presStyleCnt="5">
        <dgm:presLayoutVars>
          <dgm:chMax val="1"/>
          <dgm:chPref val="1"/>
        </dgm:presLayoutVars>
      </dgm:prSet>
      <dgm:spPr/>
    </dgm:pt>
    <dgm:pt modelId="{75B57FB5-A040-4AD9-867D-0D1DA2F95D63}" type="pres">
      <dgm:prSet presAssocID="{02055476-F37D-4D41-89C3-F277A32A0F3F}" presName="sibTrans" presStyleCnt="0"/>
      <dgm:spPr/>
    </dgm:pt>
    <dgm:pt modelId="{319131F6-0FD0-46C5-8830-EB2914333BB5}" type="pres">
      <dgm:prSet presAssocID="{526A3A2A-71E9-402F-BD1B-10834D32B7D7}" presName="compNode" presStyleCnt="0"/>
      <dgm:spPr/>
    </dgm:pt>
    <dgm:pt modelId="{F10A1A33-1789-447A-B019-36118026A553}" type="pres">
      <dgm:prSet presAssocID="{526A3A2A-71E9-402F-BD1B-10834D32B7D7}" presName="iconBgRect" presStyleLbl="bgShp" presStyleIdx="1" presStyleCnt="5"/>
      <dgm:spPr/>
    </dgm:pt>
    <dgm:pt modelId="{41C78B42-5B56-4490-9046-9E976C12B7D1}" type="pres">
      <dgm:prSet presAssocID="{526A3A2A-71E9-402F-BD1B-10834D32B7D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4CCBC506-3B5C-46D4-8E5E-B5C2E5C3A1AA}" type="pres">
      <dgm:prSet presAssocID="{526A3A2A-71E9-402F-BD1B-10834D32B7D7}" presName="spaceRect" presStyleCnt="0"/>
      <dgm:spPr/>
    </dgm:pt>
    <dgm:pt modelId="{C2EE0DB7-E063-4EF7-8A74-703DEB2449AE}" type="pres">
      <dgm:prSet presAssocID="{526A3A2A-71E9-402F-BD1B-10834D32B7D7}" presName="textRect" presStyleLbl="revTx" presStyleIdx="1" presStyleCnt="5">
        <dgm:presLayoutVars>
          <dgm:chMax val="1"/>
          <dgm:chPref val="1"/>
        </dgm:presLayoutVars>
      </dgm:prSet>
      <dgm:spPr/>
    </dgm:pt>
    <dgm:pt modelId="{0204C6AC-32AA-4677-9861-72CDE690DD93}" type="pres">
      <dgm:prSet presAssocID="{89ADDAE8-B4BE-4903-9779-E1FF9EA2DBF0}" presName="sibTrans" presStyleCnt="0"/>
      <dgm:spPr/>
    </dgm:pt>
    <dgm:pt modelId="{BD7A5CE2-9B0E-4A2A-9560-F63192C98F29}" type="pres">
      <dgm:prSet presAssocID="{3D94AFA5-1166-4E9F-911A-A16A1F995F46}" presName="compNode" presStyleCnt="0"/>
      <dgm:spPr/>
    </dgm:pt>
    <dgm:pt modelId="{0E6C13CA-0D9A-4807-8BCA-429D4A5FB021}" type="pres">
      <dgm:prSet presAssocID="{3D94AFA5-1166-4E9F-911A-A16A1F995F46}" presName="iconBgRect" presStyleLbl="bgShp" presStyleIdx="2" presStyleCnt="5"/>
      <dgm:spPr/>
    </dgm:pt>
    <dgm:pt modelId="{7B223AC0-6453-4FF8-A826-F6CFF6CE5FFF}" type="pres">
      <dgm:prSet presAssocID="{3D94AFA5-1166-4E9F-911A-A16A1F995F4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49253A1-7061-4DAC-8707-91A8229AACAB}" type="pres">
      <dgm:prSet presAssocID="{3D94AFA5-1166-4E9F-911A-A16A1F995F46}" presName="spaceRect" presStyleCnt="0"/>
      <dgm:spPr/>
    </dgm:pt>
    <dgm:pt modelId="{E2B60CD4-7CCF-4273-B34E-312415BD9607}" type="pres">
      <dgm:prSet presAssocID="{3D94AFA5-1166-4E9F-911A-A16A1F995F46}" presName="textRect" presStyleLbl="revTx" presStyleIdx="2" presStyleCnt="5">
        <dgm:presLayoutVars>
          <dgm:chMax val="1"/>
          <dgm:chPref val="1"/>
        </dgm:presLayoutVars>
      </dgm:prSet>
      <dgm:spPr/>
    </dgm:pt>
    <dgm:pt modelId="{A7850A91-7D27-4F75-B211-A2B995663DB9}" type="pres">
      <dgm:prSet presAssocID="{1C9AB5E7-B585-4E6B-A03A-29D96A431A2C}" presName="sibTrans" presStyleCnt="0"/>
      <dgm:spPr/>
    </dgm:pt>
    <dgm:pt modelId="{D2F8CC24-C16C-4639-954D-7DEEA59D9E4C}" type="pres">
      <dgm:prSet presAssocID="{7041D0C0-164A-43F0-8558-7C0C4163031B}" presName="compNode" presStyleCnt="0"/>
      <dgm:spPr/>
    </dgm:pt>
    <dgm:pt modelId="{3E350BCC-A702-456C-A69C-F357555C0939}" type="pres">
      <dgm:prSet presAssocID="{7041D0C0-164A-43F0-8558-7C0C4163031B}" presName="iconBgRect" presStyleLbl="bgShp" presStyleIdx="3" presStyleCnt="5"/>
      <dgm:spPr/>
    </dgm:pt>
    <dgm:pt modelId="{B5E7D77B-5CBB-4EBB-9BB2-01BF5EEFD406}" type="pres">
      <dgm:prSet presAssocID="{7041D0C0-164A-43F0-8558-7C0C4163031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E424F85-81ED-4A3E-B1C1-C9E5E6C288C3}" type="pres">
      <dgm:prSet presAssocID="{7041D0C0-164A-43F0-8558-7C0C4163031B}" presName="spaceRect" presStyleCnt="0"/>
      <dgm:spPr/>
    </dgm:pt>
    <dgm:pt modelId="{E2C1C3B1-51C7-4020-9094-624F0CB26381}" type="pres">
      <dgm:prSet presAssocID="{7041D0C0-164A-43F0-8558-7C0C4163031B}" presName="textRect" presStyleLbl="revTx" presStyleIdx="3" presStyleCnt="5">
        <dgm:presLayoutVars>
          <dgm:chMax val="1"/>
          <dgm:chPref val="1"/>
        </dgm:presLayoutVars>
      </dgm:prSet>
      <dgm:spPr/>
    </dgm:pt>
    <dgm:pt modelId="{64FB8FFF-CAEC-41CA-A9E1-46A864311235}" type="pres">
      <dgm:prSet presAssocID="{00A971B7-5E79-416F-AFC8-02AC4D1D0575}" presName="sibTrans" presStyleCnt="0"/>
      <dgm:spPr/>
    </dgm:pt>
    <dgm:pt modelId="{F53ABD14-44CC-4E98-A30A-0BE3E8BCD47E}" type="pres">
      <dgm:prSet presAssocID="{CAABDB3D-21C9-47E5-BE20-6D479919B6CE}" presName="compNode" presStyleCnt="0"/>
      <dgm:spPr/>
    </dgm:pt>
    <dgm:pt modelId="{6EBE02E1-FC5D-4049-87B1-5465899891E2}" type="pres">
      <dgm:prSet presAssocID="{CAABDB3D-21C9-47E5-BE20-6D479919B6CE}" presName="iconBgRect" presStyleLbl="bgShp" presStyleIdx="4" presStyleCnt="5"/>
      <dgm:spPr/>
    </dgm:pt>
    <dgm:pt modelId="{5AC0A963-4B4E-4C4C-926B-28DC6D0D2EA3}" type="pres">
      <dgm:prSet presAssocID="{CAABDB3D-21C9-47E5-BE20-6D479919B6C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6294110-A8D7-4259-BD0A-2AC9E666FE68}" type="pres">
      <dgm:prSet presAssocID="{CAABDB3D-21C9-47E5-BE20-6D479919B6CE}" presName="spaceRect" presStyleCnt="0"/>
      <dgm:spPr/>
    </dgm:pt>
    <dgm:pt modelId="{4AEDC0C2-E15C-4701-B3FF-EB600C3E2855}" type="pres">
      <dgm:prSet presAssocID="{CAABDB3D-21C9-47E5-BE20-6D479919B6C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103B915-4424-4241-AB4F-17EEF7017AAE}" srcId="{90A0F05B-522A-4AA8-8036-6DED92B7B2D0}" destId="{3D94AFA5-1166-4E9F-911A-A16A1F995F46}" srcOrd="2" destOrd="0" parTransId="{597D50BD-DAF6-43C4-9F2D-E398E11D5358}" sibTransId="{1C9AB5E7-B585-4E6B-A03A-29D96A431A2C}"/>
    <dgm:cxn modelId="{E5FE611C-4F34-4E73-9BB8-17EE62DBB075}" srcId="{90A0F05B-522A-4AA8-8036-6DED92B7B2D0}" destId="{7041D0C0-164A-43F0-8558-7C0C4163031B}" srcOrd="3" destOrd="0" parTransId="{95F6D3B3-59BE-4B52-A41C-72830721A0F2}" sibTransId="{00A971B7-5E79-416F-AFC8-02AC4D1D0575}"/>
    <dgm:cxn modelId="{0F949322-F003-4EF7-AF83-BE523AFBA991}" type="presOf" srcId="{3D94AFA5-1166-4E9F-911A-A16A1F995F46}" destId="{E2B60CD4-7CCF-4273-B34E-312415BD9607}" srcOrd="0" destOrd="0" presId="urn:microsoft.com/office/officeart/2018/5/layout/IconCircleLabelList"/>
    <dgm:cxn modelId="{A99D3E24-0ECF-42E5-B119-3EACDFAFEBCC}" srcId="{90A0F05B-522A-4AA8-8036-6DED92B7B2D0}" destId="{FE61A638-DB49-49DB-9627-F68148E48F16}" srcOrd="0" destOrd="0" parTransId="{72E7D832-2F92-424C-BA4C-653D96C39B03}" sibTransId="{02055476-F37D-4D41-89C3-F277A32A0F3F}"/>
    <dgm:cxn modelId="{D0174651-1791-4099-BFB2-95B49F56E399}" srcId="{90A0F05B-522A-4AA8-8036-6DED92B7B2D0}" destId="{526A3A2A-71E9-402F-BD1B-10834D32B7D7}" srcOrd="1" destOrd="0" parTransId="{BDEAE4FE-4010-4558-8395-7FCA1EB9CB51}" sibTransId="{89ADDAE8-B4BE-4903-9779-E1FF9EA2DBF0}"/>
    <dgm:cxn modelId="{0BCBA356-5AF7-4A65-91F2-73C8E68543DD}" srcId="{90A0F05B-522A-4AA8-8036-6DED92B7B2D0}" destId="{CAABDB3D-21C9-47E5-BE20-6D479919B6CE}" srcOrd="4" destOrd="0" parTransId="{1DB148D1-C358-4CE3-AFE5-AE902411C065}" sibTransId="{35770F7C-012C-4BF9-90B7-F2CE6BFA61B0}"/>
    <dgm:cxn modelId="{6A6F61B2-76A2-4A17-8415-0677545B51DE}" type="presOf" srcId="{FE61A638-DB49-49DB-9627-F68148E48F16}" destId="{13822BB4-FA2E-427C-A610-201AA43F0994}" srcOrd="0" destOrd="0" presId="urn:microsoft.com/office/officeart/2018/5/layout/IconCircleLabelList"/>
    <dgm:cxn modelId="{9B628BC7-3706-4549-854D-13620772F04E}" type="presOf" srcId="{7041D0C0-164A-43F0-8558-7C0C4163031B}" destId="{E2C1C3B1-51C7-4020-9094-624F0CB26381}" srcOrd="0" destOrd="0" presId="urn:microsoft.com/office/officeart/2018/5/layout/IconCircleLabelList"/>
    <dgm:cxn modelId="{22A21FD8-EB46-439D-B708-1DB12C8318B4}" type="presOf" srcId="{526A3A2A-71E9-402F-BD1B-10834D32B7D7}" destId="{C2EE0DB7-E063-4EF7-8A74-703DEB2449AE}" srcOrd="0" destOrd="0" presId="urn:microsoft.com/office/officeart/2018/5/layout/IconCircleLabelList"/>
    <dgm:cxn modelId="{8A25DCEE-FAB8-4A4D-801F-E269475F9408}" type="presOf" srcId="{90A0F05B-522A-4AA8-8036-6DED92B7B2D0}" destId="{6A029BA1-033F-4A06-A9DC-22018FF5ED45}" srcOrd="0" destOrd="0" presId="urn:microsoft.com/office/officeart/2018/5/layout/IconCircleLabelList"/>
    <dgm:cxn modelId="{662756F6-9453-408F-8991-4EB02F3C3E8E}" type="presOf" srcId="{CAABDB3D-21C9-47E5-BE20-6D479919B6CE}" destId="{4AEDC0C2-E15C-4701-B3FF-EB600C3E2855}" srcOrd="0" destOrd="0" presId="urn:microsoft.com/office/officeart/2018/5/layout/IconCircleLabelList"/>
    <dgm:cxn modelId="{590278CE-7188-4E09-8871-4012B0B9D636}" type="presParOf" srcId="{6A029BA1-033F-4A06-A9DC-22018FF5ED45}" destId="{3889CDE5-8492-4AE0-9CCD-062CF559D0B4}" srcOrd="0" destOrd="0" presId="urn:microsoft.com/office/officeart/2018/5/layout/IconCircleLabelList"/>
    <dgm:cxn modelId="{96653428-FBF5-46B7-8A08-33E19D39F07B}" type="presParOf" srcId="{3889CDE5-8492-4AE0-9CCD-062CF559D0B4}" destId="{64C6C81F-5E40-483C-9084-39F72A9B4BA1}" srcOrd="0" destOrd="0" presId="urn:microsoft.com/office/officeart/2018/5/layout/IconCircleLabelList"/>
    <dgm:cxn modelId="{D697C0B0-A034-4653-AAF7-8DB6E5AA776B}" type="presParOf" srcId="{3889CDE5-8492-4AE0-9CCD-062CF559D0B4}" destId="{C03AE6EB-2F60-48A6-B577-9D085FCAF17B}" srcOrd="1" destOrd="0" presId="urn:microsoft.com/office/officeart/2018/5/layout/IconCircleLabelList"/>
    <dgm:cxn modelId="{CA2A5CC8-89C0-4696-ACE4-25E959EEE79C}" type="presParOf" srcId="{3889CDE5-8492-4AE0-9CCD-062CF559D0B4}" destId="{1F94AD65-8BD9-43AF-9077-6902D7435A41}" srcOrd="2" destOrd="0" presId="urn:microsoft.com/office/officeart/2018/5/layout/IconCircleLabelList"/>
    <dgm:cxn modelId="{38ED182B-BB4F-4C16-A0DF-B7A380901AB0}" type="presParOf" srcId="{3889CDE5-8492-4AE0-9CCD-062CF559D0B4}" destId="{13822BB4-FA2E-427C-A610-201AA43F0994}" srcOrd="3" destOrd="0" presId="urn:microsoft.com/office/officeart/2018/5/layout/IconCircleLabelList"/>
    <dgm:cxn modelId="{932D6699-1BD5-499C-AB60-0D14AC43A1A7}" type="presParOf" srcId="{6A029BA1-033F-4A06-A9DC-22018FF5ED45}" destId="{75B57FB5-A040-4AD9-867D-0D1DA2F95D63}" srcOrd="1" destOrd="0" presId="urn:microsoft.com/office/officeart/2018/5/layout/IconCircleLabelList"/>
    <dgm:cxn modelId="{6E1763A1-03B0-48AB-91F9-182FA5426826}" type="presParOf" srcId="{6A029BA1-033F-4A06-A9DC-22018FF5ED45}" destId="{319131F6-0FD0-46C5-8830-EB2914333BB5}" srcOrd="2" destOrd="0" presId="urn:microsoft.com/office/officeart/2018/5/layout/IconCircleLabelList"/>
    <dgm:cxn modelId="{C1E089B6-DE6C-44BA-A1F0-00687B4E786B}" type="presParOf" srcId="{319131F6-0FD0-46C5-8830-EB2914333BB5}" destId="{F10A1A33-1789-447A-B019-36118026A553}" srcOrd="0" destOrd="0" presId="urn:microsoft.com/office/officeart/2018/5/layout/IconCircleLabelList"/>
    <dgm:cxn modelId="{713BC64B-4253-472C-BAEF-EB00B6F9C122}" type="presParOf" srcId="{319131F6-0FD0-46C5-8830-EB2914333BB5}" destId="{41C78B42-5B56-4490-9046-9E976C12B7D1}" srcOrd="1" destOrd="0" presId="urn:microsoft.com/office/officeart/2018/5/layout/IconCircleLabelList"/>
    <dgm:cxn modelId="{DDE09A22-762F-4602-8677-C760DCB69A55}" type="presParOf" srcId="{319131F6-0FD0-46C5-8830-EB2914333BB5}" destId="{4CCBC506-3B5C-46D4-8E5E-B5C2E5C3A1AA}" srcOrd="2" destOrd="0" presId="urn:microsoft.com/office/officeart/2018/5/layout/IconCircleLabelList"/>
    <dgm:cxn modelId="{F6EA22F8-3132-43F5-AAC2-BFC99FECC42F}" type="presParOf" srcId="{319131F6-0FD0-46C5-8830-EB2914333BB5}" destId="{C2EE0DB7-E063-4EF7-8A74-703DEB2449AE}" srcOrd="3" destOrd="0" presId="urn:microsoft.com/office/officeart/2018/5/layout/IconCircleLabelList"/>
    <dgm:cxn modelId="{94B99909-EC00-4719-AA4F-74F7BDF5A9F1}" type="presParOf" srcId="{6A029BA1-033F-4A06-A9DC-22018FF5ED45}" destId="{0204C6AC-32AA-4677-9861-72CDE690DD93}" srcOrd="3" destOrd="0" presId="urn:microsoft.com/office/officeart/2018/5/layout/IconCircleLabelList"/>
    <dgm:cxn modelId="{0B455659-081D-4BDC-AB76-FE0E16135C21}" type="presParOf" srcId="{6A029BA1-033F-4A06-A9DC-22018FF5ED45}" destId="{BD7A5CE2-9B0E-4A2A-9560-F63192C98F29}" srcOrd="4" destOrd="0" presId="urn:microsoft.com/office/officeart/2018/5/layout/IconCircleLabelList"/>
    <dgm:cxn modelId="{21D61791-5566-4516-A1C7-E52B0EF6078C}" type="presParOf" srcId="{BD7A5CE2-9B0E-4A2A-9560-F63192C98F29}" destId="{0E6C13CA-0D9A-4807-8BCA-429D4A5FB021}" srcOrd="0" destOrd="0" presId="urn:microsoft.com/office/officeart/2018/5/layout/IconCircleLabelList"/>
    <dgm:cxn modelId="{76C27049-FB6B-4B1C-A572-25D128092112}" type="presParOf" srcId="{BD7A5CE2-9B0E-4A2A-9560-F63192C98F29}" destId="{7B223AC0-6453-4FF8-A826-F6CFF6CE5FFF}" srcOrd="1" destOrd="0" presId="urn:microsoft.com/office/officeart/2018/5/layout/IconCircleLabelList"/>
    <dgm:cxn modelId="{A5F54371-4605-41BD-A374-AECAAF8039D2}" type="presParOf" srcId="{BD7A5CE2-9B0E-4A2A-9560-F63192C98F29}" destId="{649253A1-7061-4DAC-8707-91A8229AACAB}" srcOrd="2" destOrd="0" presId="urn:microsoft.com/office/officeart/2018/5/layout/IconCircleLabelList"/>
    <dgm:cxn modelId="{E9A76BB4-131C-4AED-8AAC-49F8633E41C6}" type="presParOf" srcId="{BD7A5CE2-9B0E-4A2A-9560-F63192C98F29}" destId="{E2B60CD4-7CCF-4273-B34E-312415BD9607}" srcOrd="3" destOrd="0" presId="urn:microsoft.com/office/officeart/2018/5/layout/IconCircleLabelList"/>
    <dgm:cxn modelId="{A2EBDDB6-77F8-4CD7-975B-D30F6D2BB746}" type="presParOf" srcId="{6A029BA1-033F-4A06-A9DC-22018FF5ED45}" destId="{A7850A91-7D27-4F75-B211-A2B995663DB9}" srcOrd="5" destOrd="0" presId="urn:microsoft.com/office/officeart/2018/5/layout/IconCircleLabelList"/>
    <dgm:cxn modelId="{38E5B679-6051-4A81-8185-F24985DC6307}" type="presParOf" srcId="{6A029BA1-033F-4A06-A9DC-22018FF5ED45}" destId="{D2F8CC24-C16C-4639-954D-7DEEA59D9E4C}" srcOrd="6" destOrd="0" presId="urn:microsoft.com/office/officeart/2018/5/layout/IconCircleLabelList"/>
    <dgm:cxn modelId="{3D058B98-92A5-4D28-991E-E27EAC9B2D83}" type="presParOf" srcId="{D2F8CC24-C16C-4639-954D-7DEEA59D9E4C}" destId="{3E350BCC-A702-456C-A69C-F357555C0939}" srcOrd="0" destOrd="0" presId="urn:microsoft.com/office/officeart/2018/5/layout/IconCircleLabelList"/>
    <dgm:cxn modelId="{838B35D1-6699-496B-A4BE-90A35C90049B}" type="presParOf" srcId="{D2F8CC24-C16C-4639-954D-7DEEA59D9E4C}" destId="{B5E7D77B-5CBB-4EBB-9BB2-01BF5EEFD406}" srcOrd="1" destOrd="0" presId="urn:microsoft.com/office/officeart/2018/5/layout/IconCircleLabelList"/>
    <dgm:cxn modelId="{1EFDDF62-0D07-4A97-9534-27B8BE139A4E}" type="presParOf" srcId="{D2F8CC24-C16C-4639-954D-7DEEA59D9E4C}" destId="{CE424F85-81ED-4A3E-B1C1-C9E5E6C288C3}" srcOrd="2" destOrd="0" presId="urn:microsoft.com/office/officeart/2018/5/layout/IconCircleLabelList"/>
    <dgm:cxn modelId="{66155CDA-9711-45F3-B2F5-F61C3BDAD297}" type="presParOf" srcId="{D2F8CC24-C16C-4639-954D-7DEEA59D9E4C}" destId="{E2C1C3B1-51C7-4020-9094-624F0CB26381}" srcOrd="3" destOrd="0" presId="urn:microsoft.com/office/officeart/2018/5/layout/IconCircleLabelList"/>
    <dgm:cxn modelId="{AE3B9AD5-DD8D-4803-8763-718E65CAD078}" type="presParOf" srcId="{6A029BA1-033F-4A06-A9DC-22018FF5ED45}" destId="{64FB8FFF-CAEC-41CA-A9E1-46A864311235}" srcOrd="7" destOrd="0" presId="urn:microsoft.com/office/officeart/2018/5/layout/IconCircleLabelList"/>
    <dgm:cxn modelId="{DCF68F16-ABA8-406E-BEF4-86D4896E9EE7}" type="presParOf" srcId="{6A029BA1-033F-4A06-A9DC-22018FF5ED45}" destId="{F53ABD14-44CC-4E98-A30A-0BE3E8BCD47E}" srcOrd="8" destOrd="0" presId="urn:microsoft.com/office/officeart/2018/5/layout/IconCircleLabelList"/>
    <dgm:cxn modelId="{DB743214-AF39-4181-9637-3D2851DD9A6B}" type="presParOf" srcId="{F53ABD14-44CC-4E98-A30A-0BE3E8BCD47E}" destId="{6EBE02E1-FC5D-4049-87B1-5465899891E2}" srcOrd="0" destOrd="0" presId="urn:microsoft.com/office/officeart/2018/5/layout/IconCircleLabelList"/>
    <dgm:cxn modelId="{C4A3E574-CEA2-4799-9D7B-E72FA023B6F2}" type="presParOf" srcId="{F53ABD14-44CC-4E98-A30A-0BE3E8BCD47E}" destId="{5AC0A963-4B4E-4C4C-926B-28DC6D0D2EA3}" srcOrd="1" destOrd="0" presId="urn:microsoft.com/office/officeart/2018/5/layout/IconCircleLabelList"/>
    <dgm:cxn modelId="{DD8362B6-C030-4DD2-A96B-54D07209D0BB}" type="presParOf" srcId="{F53ABD14-44CC-4E98-A30A-0BE3E8BCD47E}" destId="{A6294110-A8D7-4259-BD0A-2AC9E666FE68}" srcOrd="2" destOrd="0" presId="urn:microsoft.com/office/officeart/2018/5/layout/IconCircleLabelList"/>
    <dgm:cxn modelId="{CC3C4DCD-209C-4A7F-8C11-C22B81D6E5FA}" type="presParOf" srcId="{F53ABD14-44CC-4E98-A30A-0BE3E8BCD47E}" destId="{4AEDC0C2-E15C-4701-B3FF-EB600C3E28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E6E31-50AE-4ACE-8C30-F2D9A4901D2E}">
      <dsp:nvSpPr>
        <dsp:cNvPr id="0" name=""/>
        <dsp:cNvSpPr/>
      </dsp:nvSpPr>
      <dsp:spPr>
        <a:xfrm>
          <a:off x="0" y="1883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53FCE-F13D-4E5B-B17A-6103116B626C}">
      <dsp:nvSpPr>
        <dsp:cNvPr id="0" name=""/>
        <dsp:cNvSpPr/>
      </dsp:nvSpPr>
      <dsp:spPr>
        <a:xfrm>
          <a:off x="288763" y="216666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3A1A0-4926-4182-B053-F42CD007A78C}">
      <dsp:nvSpPr>
        <dsp:cNvPr id="0" name=""/>
        <dsp:cNvSpPr/>
      </dsp:nvSpPr>
      <dsp:spPr>
        <a:xfrm>
          <a:off x="1102550" y="1883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Groups must consist of 4</a:t>
          </a:r>
          <a:r>
            <a:rPr lang="en-GB" sz="2200" kern="1200"/>
            <a:t> – </a:t>
          </a:r>
          <a:r>
            <a:rPr lang="en-US" sz="2200" kern="1200"/>
            <a:t>5</a:t>
          </a:r>
          <a:r>
            <a:rPr lang="en-GB" sz="2200" kern="1200"/>
            <a:t> </a:t>
          </a:r>
          <a:r>
            <a:rPr lang="en-US" sz="2200" kern="1200"/>
            <a:t>students</a:t>
          </a:r>
        </a:p>
      </dsp:txBody>
      <dsp:txXfrm>
        <a:off x="1102550" y="1883"/>
        <a:ext cx="5413069" cy="954589"/>
      </dsp:txXfrm>
    </dsp:sp>
    <dsp:sp modelId="{9C4D35FA-605B-4C92-A135-CACA860AA413}">
      <dsp:nvSpPr>
        <dsp:cNvPr id="0" name=""/>
        <dsp:cNvSpPr/>
      </dsp:nvSpPr>
      <dsp:spPr>
        <a:xfrm>
          <a:off x="0" y="1195119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E9EB4-F5CD-47E4-88F0-055411EC38C2}">
      <dsp:nvSpPr>
        <dsp:cNvPr id="0" name=""/>
        <dsp:cNvSpPr/>
      </dsp:nvSpPr>
      <dsp:spPr>
        <a:xfrm>
          <a:off x="288763" y="1409902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5E612-EE99-4C67-B87B-5524A9024E56}">
      <dsp:nvSpPr>
        <dsp:cNvPr id="0" name=""/>
        <dsp:cNvSpPr/>
      </dsp:nvSpPr>
      <dsp:spPr>
        <a:xfrm>
          <a:off x="1102550" y="1195119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Once groups are set, no changes will be allowed</a:t>
          </a:r>
        </a:p>
      </dsp:txBody>
      <dsp:txXfrm>
        <a:off x="1102550" y="1195119"/>
        <a:ext cx="5413069" cy="954589"/>
      </dsp:txXfrm>
    </dsp:sp>
    <dsp:sp modelId="{BCFC7AB2-8FCA-4777-89C2-0809E8AFE532}">
      <dsp:nvSpPr>
        <dsp:cNvPr id="0" name=""/>
        <dsp:cNvSpPr/>
      </dsp:nvSpPr>
      <dsp:spPr>
        <a:xfrm>
          <a:off x="0" y="2388356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4DA37-E417-485B-97F8-ECE6D4CE99B9}">
      <dsp:nvSpPr>
        <dsp:cNvPr id="0" name=""/>
        <dsp:cNvSpPr/>
      </dsp:nvSpPr>
      <dsp:spPr>
        <a:xfrm>
          <a:off x="288763" y="2603138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76BEA-8FD4-490E-A7E4-5E9F09866917}">
      <dsp:nvSpPr>
        <dsp:cNvPr id="0" name=""/>
        <dsp:cNvSpPr/>
      </dsp:nvSpPr>
      <dsp:spPr>
        <a:xfrm>
          <a:off x="1102550" y="2388356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Every group member must contribute to ALL tasks</a:t>
          </a:r>
        </a:p>
      </dsp:txBody>
      <dsp:txXfrm>
        <a:off x="1102550" y="2388356"/>
        <a:ext cx="5413069" cy="954589"/>
      </dsp:txXfrm>
    </dsp:sp>
    <dsp:sp modelId="{CEE805A7-E932-48BE-A1D1-AD3AB0679DAA}">
      <dsp:nvSpPr>
        <dsp:cNvPr id="0" name=""/>
        <dsp:cNvSpPr/>
      </dsp:nvSpPr>
      <dsp:spPr>
        <a:xfrm>
          <a:off x="0" y="3581592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7A974-72EE-4B4E-8A89-620F6209B3AF}">
      <dsp:nvSpPr>
        <dsp:cNvPr id="0" name=""/>
        <dsp:cNvSpPr/>
      </dsp:nvSpPr>
      <dsp:spPr>
        <a:xfrm>
          <a:off x="288763" y="3796375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37210-5527-4F7D-96CF-9DAA071FC303}">
      <dsp:nvSpPr>
        <dsp:cNvPr id="0" name=""/>
        <dsp:cNvSpPr/>
      </dsp:nvSpPr>
      <dsp:spPr>
        <a:xfrm>
          <a:off x="1102550" y="3581592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Collaboration and equal participation are mandatory</a:t>
          </a:r>
        </a:p>
      </dsp:txBody>
      <dsp:txXfrm>
        <a:off x="1102550" y="3581592"/>
        <a:ext cx="5413069" cy="9545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4B65F-998E-A146-AFDF-5835DFF29D60}">
      <dsp:nvSpPr>
        <dsp:cNvPr id="0" name=""/>
        <dsp:cNvSpPr/>
      </dsp:nvSpPr>
      <dsp:spPr>
        <a:xfrm>
          <a:off x="0" y="349280"/>
          <a:ext cx="4608513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7672" tIns="374904" rIns="35767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Install Java Runtime Environment (</a:t>
          </a:r>
          <a:r>
            <a:rPr lang="en-US" sz="1800" b="0" i="0" u="none" kern="1200" dirty="0"/>
            <a:t>Java 21–23 (LTS versions)</a:t>
          </a:r>
          <a:r>
            <a:rPr lang="en-US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rgbClr val="FF0000"/>
              </a:solidFill>
            </a:rPr>
            <a:t>JDK 24+ isn’t supported yet</a:t>
          </a:r>
        </a:p>
      </dsp:txBody>
      <dsp:txXfrm>
        <a:off x="0" y="349280"/>
        <a:ext cx="4608513" cy="1304100"/>
      </dsp:txXfrm>
    </dsp:sp>
    <dsp:sp modelId="{F5D13064-AD73-7743-9EB1-14ED9433FA2A}">
      <dsp:nvSpPr>
        <dsp:cNvPr id="0" name=""/>
        <dsp:cNvSpPr/>
      </dsp:nvSpPr>
      <dsp:spPr>
        <a:xfrm>
          <a:off x="230425" y="83600"/>
          <a:ext cx="3225959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34" tIns="0" rIns="1219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 Environment</a:t>
          </a:r>
        </a:p>
      </dsp:txBody>
      <dsp:txXfrm>
        <a:off x="256364" y="109539"/>
        <a:ext cx="3174081" cy="479482"/>
      </dsp:txXfrm>
    </dsp:sp>
    <dsp:sp modelId="{BE80E8F2-4E66-7042-969E-3989E3E6BCC1}">
      <dsp:nvSpPr>
        <dsp:cNvPr id="0" name=""/>
        <dsp:cNvSpPr/>
      </dsp:nvSpPr>
      <dsp:spPr>
        <a:xfrm>
          <a:off x="0" y="2016260"/>
          <a:ext cx="4608513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7672" tIns="374904" rIns="35767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Download and install Camunda 8 Platform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Goto </a:t>
          </a:r>
          <a:r>
            <a:rPr lang="en-US" sz="1800" kern="1200" dirty="0">
              <a:hlinkClick xmlns:r="http://schemas.openxmlformats.org/officeDocument/2006/relationships" r:id="rId1"/>
            </a:rPr>
            <a:t>https://docs.camunda.io/downloads/</a:t>
          </a:r>
          <a:r>
            <a:rPr lang="en-US" sz="1800" kern="1200" dirty="0"/>
            <a:t> </a:t>
          </a:r>
        </a:p>
      </dsp:txBody>
      <dsp:txXfrm>
        <a:off x="0" y="2016260"/>
        <a:ext cx="4608513" cy="1559250"/>
      </dsp:txXfrm>
    </dsp:sp>
    <dsp:sp modelId="{B66CC403-86BD-E944-9B8F-7A6C2B57475D}">
      <dsp:nvSpPr>
        <dsp:cNvPr id="0" name=""/>
        <dsp:cNvSpPr/>
      </dsp:nvSpPr>
      <dsp:spPr>
        <a:xfrm>
          <a:off x="230425" y="1750580"/>
          <a:ext cx="3225959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34" tIns="0" rIns="1219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Download and install</a:t>
          </a:r>
        </a:p>
      </dsp:txBody>
      <dsp:txXfrm>
        <a:off x="256364" y="1776519"/>
        <a:ext cx="3174081" cy="479482"/>
      </dsp:txXfrm>
    </dsp:sp>
    <dsp:sp modelId="{6F356328-02F3-344B-A8E3-A40E8661AF64}">
      <dsp:nvSpPr>
        <dsp:cNvPr id="0" name=""/>
        <dsp:cNvSpPr/>
      </dsp:nvSpPr>
      <dsp:spPr>
        <a:xfrm>
          <a:off x="0" y="3938390"/>
          <a:ext cx="460851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7672" tIns="374904" rIns="35767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Install Camunda Modeler for BPMN diagrams</a:t>
          </a:r>
        </a:p>
      </dsp:txBody>
      <dsp:txXfrm>
        <a:off x="0" y="3938390"/>
        <a:ext cx="4608513" cy="1020600"/>
      </dsp:txXfrm>
    </dsp:sp>
    <dsp:sp modelId="{91CD23F1-79AF-6046-B5A9-5910113D8286}">
      <dsp:nvSpPr>
        <dsp:cNvPr id="0" name=""/>
        <dsp:cNvSpPr/>
      </dsp:nvSpPr>
      <dsp:spPr>
        <a:xfrm>
          <a:off x="230425" y="3672710"/>
          <a:ext cx="3225959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34" tIns="0" rIns="1219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</a:t>
          </a:r>
        </a:p>
      </dsp:txBody>
      <dsp:txXfrm>
        <a:off x="256364" y="3698649"/>
        <a:ext cx="3174081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B4A38-9E20-EA4F-B049-0CB417508C5F}">
      <dsp:nvSpPr>
        <dsp:cNvPr id="0" name=""/>
        <dsp:cNvSpPr/>
      </dsp:nvSpPr>
      <dsp:spPr>
        <a:xfrm>
          <a:off x="0" y="285432"/>
          <a:ext cx="7488832" cy="241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217" tIns="333248" rIns="581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i="0" kern="1200" dirty="0" err="1"/>
            <a:t>camunda</a:t>
          </a:r>
          <a:r>
            <a:rPr lang="en-US" sz="1600" b="0" i="0" kern="1200" dirty="0"/>
            <a:t>-starter – this is your one-click (or one-command) start script for the whole Camunda 8 stack.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i="0" kern="1200" dirty="0"/>
            <a:t>Camunda Modeler – the Camunda Modeler application for designing processes.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i="0" kern="1200" dirty="0"/>
            <a:t>ai-agent-example – a pre-designed AI agent example built with Camunda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i="0" kern="1200" dirty="0"/>
            <a:t>c8run – the directory containing the C8 Run engine and its configs.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i="0" kern="1200" dirty="0"/>
            <a:t>camunda-8-get-started – an example project with a ready-made BPMN process and code (in Java and NodeJS) for service tasks.</a:t>
          </a:r>
        </a:p>
      </dsp:txBody>
      <dsp:txXfrm>
        <a:off x="0" y="285432"/>
        <a:ext cx="7488832" cy="2419200"/>
      </dsp:txXfrm>
    </dsp:sp>
    <dsp:sp modelId="{A7E02F0E-E9C1-6041-B6AC-977308DDD82F}">
      <dsp:nvSpPr>
        <dsp:cNvPr id="0" name=""/>
        <dsp:cNvSpPr/>
      </dsp:nvSpPr>
      <dsp:spPr>
        <a:xfrm>
          <a:off x="374441" y="49272"/>
          <a:ext cx="524218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42" tIns="0" rIns="1981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Explore</a:t>
          </a:r>
        </a:p>
      </dsp:txBody>
      <dsp:txXfrm>
        <a:off x="397498" y="72329"/>
        <a:ext cx="5196068" cy="426206"/>
      </dsp:txXfrm>
    </dsp:sp>
    <dsp:sp modelId="{BCAF3740-0A28-234D-9E90-2BCC4605FBCD}">
      <dsp:nvSpPr>
        <dsp:cNvPr id="0" name=""/>
        <dsp:cNvSpPr/>
      </dsp:nvSpPr>
      <dsp:spPr>
        <a:xfrm>
          <a:off x="0" y="3027192"/>
          <a:ext cx="7488832" cy="146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217" tIns="333248" rIns="581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Cockpit (monitoring)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Tasklist</a:t>
          </a:r>
          <a:r>
            <a:rPr lang="en-US" sz="1600" kern="1200" dirty="0"/>
            <a:t> (user tasks)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Admin (user management)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Verify installation by deploying a sample process</a:t>
          </a:r>
        </a:p>
      </dsp:txBody>
      <dsp:txXfrm>
        <a:off x="0" y="3027192"/>
        <a:ext cx="7488832" cy="1461600"/>
      </dsp:txXfrm>
    </dsp:sp>
    <dsp:sp modelId="{D7E7C905-AC77-6A4F-B82A-C0D1FD3A4E42}">
      <dsp:nvSpPr>
        <dsp:cNvPr id="0" name=""/>
        <dsp:cNvSpPr/>
      </dsp:nvSpPr>
      <dsp:spPr>
        <a:xfrm>
          <a:off x="374441" y="2791032"/>
          <a:ext cx="524218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42" tIns="0" rIns="1981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Explore Camunda Webapps:</a:t>
          </a:r>
        </a:p>
      </dsp:txBody>
      <dsp:txXfrm>
        <a:off x="397498" y="2814089"/>
        <a:ext cx="5196068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468DB-BA81-461E-A2D5-042809CEE218}">
      <dsp:nvSpPr>
        <dsp:cNvPr id="0" name=""/>
        <dsp:cNvSpPr/>
      </dsp:nvSpPr>
      <dsp:spPr>
        <a:xfrm>
          <a:off x="0" y="1883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33687-1E0D-4757-A869-ED22204245C6}">
      <dsp:nvSpPr>
        <dsp:cNvPr id="0" name=""/>
        <dsp:cNvSpPr/>
      </dsp:nvSpPr>
      <dsp:spPr>
        <a:xfrm>
          <a:off x="288763" y="216666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A1C41-1C33-480E-B0EA-E22A32992AE7}">
      <dsp:nvSpPr>
        <dsp:cNvPr id="0" name=""/>
        <dsp:cNvSpPr/>
      </dsp:nvSpPr>
      <dsp:spPr>
        <a:xfrm>
          <a:off x="1102550" y="1883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Read and discuss the provided case study</a:t>
          </a:r>
        </a:p>
      </dsp:txBody>
      <dsp:txXfrm>
        <a:off x="1102550" y="1883"/>
        <a:ext cx="5413069" cy="954589"/>
      </dsp:txXfrm>
    </dsp:sp>
    <dsp:sp modelId="{1CD7AAC9-3225-49AA-A055-0D4276897849}">
      <dsp:nvSpPr>
        <dsp:cNvPr id="0" name=""/>
        <dsp:cNvSpPr/>
      </dsp:nvSpPr>
      <dsp:spPr>
        <a:xfrm>
          <a:off x="0" y="1195119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2B371-ABE6-41BF-976C-69B8D0586376}">
      <dsp:nvSpPr>
        <dsp:cNvPr id="0" name=""/>
        <dsp:cNvSpPr/>
      </dsp:nvSpPr>
      <dsp:spPr>
        <a:xfrm>
          <a:off x="288763" y="1409902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D1F6A-B117-48A4-8087-DA2DA55AB10E}">
      <dsp:nvSpPr>
        <dsp:cNvPr id="0" name=""/>
        <dsp:cNvSpPr/>
      </dsp:nvSpPr>
      <dsp:spPr>
        <a:xfrm>
          <a:off x="1102550" y="1195119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 key business processes</a:t>
          </a:r>
        </a:p>
      </dsp:txBody>
      <dsp:txXfrm>
        <a:off x="1102550" y="1195119"/>
        <a:ext cx="5413069" cy="954589"/>
      </dsp:txXfrm>
    </dsp:sp>
    <dsp:sp modelId="{1BB13299-94C7-4FCB-8F7D-66904793AE57}">
      <dsp:nvSpPr>
        <dsp:cNvPr id="0" name=""/>
        <dsp:cNvSpPr/>
      </dsp:nvSpPr>
      <dsp:spPr>
        <a:xfrm>
          <a:off x="0" y="2388356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92F98-192B-4E0E-BCC3-01755F95B20D}">
      <dsp:nvSpPr>
        <dsp:cNvPr id="0" name=""/>
        <dsp:cNvSpPr/>
      </dsp:nvSpPr>
      <dsp:spPr>
        <a:xfrm>
          <a:off x="288763" y="2603138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35AA6-AEE4-4402-A39F-BE8B690D0E68}">
      <dsp:nvSpPr>
        <dsp:cNvPr id="0" name=""/>
        <dsp:cNvSpPr/>
      </dsp:nvSpPr>
      <dsp:spPr>
        <a:xfrm>
          <a:off x="1102550" y="2388356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Model the AS-IS and TO-BE processes using BPMN</a:t>
          </a:r>
        </a:p>
      </dsp:txBody>
      <dsp:txXfrm>
        <a:off x="1102550" y="2388356"/>
        <a:ext cx="5413069" cy="954589"/>
      </dsp:txXfrm>
    </dsp:sp>
    <dsp:sp modelId="{37714502-D72D-40C5-9BFC-9A1B6FD1DBB7}">
      <dsp:nvSpPr>
        <dsp:cNvPr id="0" name=""/>
        <dsp:cNvSpPr/>
      </dsp:nvSpPr>
      <dsp:spPr>
        <a:xfrm>
          <a:off x="0" y="3581592"/>
          <a:ext cx="6515620" cy="9545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166CC2-4DF8-48CC-94E8-46F273094016}">
      <dsp:nvSpPr>
        <dsp:cNvPr id="0" name=""/>
        <dsp:cNvSpPr/>
      </dsp:nvSpPr>
      <dsp:spPr>
        <a:xfrm>
          <a:off x="288763" y="3796375"/>
          <a:ext cx="525023" cy="525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45DDC-02F3-40E8-A240-28A0F5726BC2}">
      <dsp:nvSpPr>
        <dsp:cNvPr id="0" name=""/>
        <dsp:cNvSpPr/>
      </dsp:nvSpPr>
      <dsp:spPr>
        <a:xfrm>
          <a:off x="1102550" y="3581592"/>
          <a:ext cx="5413069" cy="954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27" tIns="101027" rIns="101027" bIns="10102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Document your findings for discussion in class</a:t>
          </a:r>
        </a:p>
      </dsp:txBody>
      <dsp:txXfrm>
        <a:off x="1102550" y="3581592"/>
        <a:ext cx="5413069" cy="9545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6C81F-5E40-483C-9084-39F72A9B4BA1}">
      <dsp:nvSpPr>
        <dsp:cNvPr id="0" name=""/>
        <dsp:cNvSpPr/>
      </dsp:nvSpPr>
      <dsp:spPr>
        <a:xfrm>
          <a:off x="723888" y="487"/>
          <a:ext cx="1044386" cy="104438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AE6EB-2F60-48A6-B577-9D085FCAF17B}">
      <dsp:nvSpPr>
        <dsp:cNvPr id="0" name=""/>
        <dsp:cNvSpPr/>
      </dsp:nvSpPr>
      <dsp:spPr>
        <a:xfrm>
          <a:off x="946462" y="223061"/>
          <a:ext cx="599238" cy="5992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22BB4-FA2E-427C-A610-201AA43F0994}">
      <dsp:nvSpPr>
        <dsp:cNvPr id="0" name=""/>
        <dsp:cNvSpPr/>
      </dsp:nvSpPr>
      <dsp:spPr>
        <a:xfrm>
          <a:off x="390026" y="1370175"/>
          <a:ext cx="1712109" cy="68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Form your group (4–5 members)</a:t>
          </a:r>
          <a:endParaRPr lang="en-US" sz="1400" kern="1200"/>
        </a:p>
      </dsp:txBody>
      <dsp:txXfrm>
        <a:off x="390026" y="1370175"/>
        <a:ext cx="1712109" cy="684843"/>
      </dsp:txXfrm>
    </dsp:sp>
    <dsp:sp modelId="{F10A1A33-1789-447A-B019-36118026A553}">
      <dsp:nvSpPr>
        <dsp:cNvPr id="0" name=""/>
        <dsp:cNvSpPr/>
      </dsp:nvSpPr>
      <dsp:spPr>
        <a:xfrm>
          <a:off x="2735616" y="487"/>
          <a:ext cx="1044386" cy="104438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78B42-5B56-4490-9046-9E976C12B7D1}">
      <dsp:nvSpPr>
        <dsp:cNvPr id="0" name=""/>
        <dsp:cNvSpPr/>
      </dsp:nvSpPr>
      <dsp:spPr>
        <a:xfrm>
          <a:off x="2958190" y="223061"/>
          <a:ext cx="599238" cy="5992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E0DB7-E063-4EF7-8A74-703DEB2449AE}">
      <dsp:nvSpPr>
        <dsp:cNvPr id="0" name=""/>
        <dsp:cNvSpPr/>
      </dsp:nvSpPr>
      <dsp:spPr>
        <a:xfrm>
          <a:off x="2401755" y="1370175"/>
          <a:ext cx="1712109" cy="68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dirty="0"/>
            <a:t>Register your group</a:t>
          </a:r>
          <a:endParaRPr lang="en-US" sz="1400" kern="1200" dirty="0"/>
        </a:p>
      </dsp:txBody>
      <dsp:txXfrm>
        <a:off x="2401755" y="1370175"/>
        <a:ext cx="1712109" cy="684843"/>
      </dsp:txXfrm>
    </dsp:sp>
    <dsp:sp modelId="{0E6C13CA-0D9A-4807-8BCA-429D4A5FB021}">
      <dsp:nvSpPr>
        <dsp:cNvPr id="0" name=""/>
        <dsp:cNvSpPr/>
      </dsp:nvSpPr>
      <dsp:spPr>
        <a:xfrm>
          <a:off x="4747345" y="487"/>
          <a:ext cx="1044386" cy="104438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23AC0-6453-4FF8-A826-F6CFF6CE5FFF}">
      <dsp:nvSpPr>
        <dsp:cNvPr id="0" name=""/>
        <dsp:cNvSpPr/>
      </dsp:nvSpPr>
      <dsp:spPr>
        <a:xfrm>
          <a:off x="4969919" y="223061"/>
          <a:ext cx="599238" cy="5992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60CD4-7CCF-4273-B34E-312415BD9607}">
      <dsp:nvSpPr>
        <dsp:cNvPr id="0" name=""/>
        <dsp:cNvSpPr/>
      </dsp:nvSpPr>
      <dsp:spPr>
        <a:xfrm>
          <a:off x="4413483" y="1370175"/>
          <a:ext cx="1712109" cy="68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Analyse the case study collaboratively</a:t>
          </a:r>
          <a:endParaRPr lang="en-US" sz="1400" kern="1200"/>
        </a:p>
      </dsp:txBody>
      <dsp:txXfrm>
        <a:off x="4413483" y="1370175"/>
        <a:ext cx="1712109" cy="684843"/>
      </dsp:txXfrm>
    </dsp:sp>
    <dsp:sp modelId="{3E350BCC-A702-456C-A69C-F357555C0939}">
      <dsp:nvSpPr>
        <dsp:cNvPr id="0" name=""/>
        <dsp:cNvSpPr/>
      </dsp:nvSpPr>
      <dsp:spPr>
        <a:xfrm>
          <a:off x="1729752" y="2483046"/>
          <a:ext cx="1044386" cy="104438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7D77B-5CBB-4EBB-9BB2-01BF5EEFD406}">
      <dsp:nvSpPr>
        <dsp:cNvPr id="0" name=""/>
        <dsp:cNvSpPr/>
      </dsp:nvSpPr>
      <dsp:spPr>
        <a:xfrm>
          <a:off x="1952326" y="2705620"/>
          <a:ext cx="599238" cy="5992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1C3B1-51C7-4020-9094-624F0CB26381}">
      <dsp:nvSpPr>
        <dsp:cNvPr id="0" name=""/>
        <dsp:cNvSpPr/>
      </dsp:nvSpPr>
      <dsp:spPr>
        <a:xfrm>
          <a:off x="1395891" y="3852733"/>
          <a:ext cx="1712109" cy="68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Set up Camunda 8 on all members’ laptops</a:t>
          </a:r>
          <a:endParaRPr lang="en-US" sz="1400" kern="1200"/>
        </a:p>
      </dsp:txBody>
      <dsp:txXfrm>
        <a:off x="1395891" y="3852733"/>
        <a:ext cx="1712109" cy="684843"/>
      </dsp:txXfrm>
    </dsp:sp>
    <dsp:sp modelId="{6EBE02E1-FC5D-4049-87B1-5465899891E2}">
      <dsp:nvSpPr>
        <dsp:cNvPr id="0" name=""/>
        <dsp:cNvSpPr/>
      </dsp:nvSpPr>
      <dsp:spPr>
        <a:xfrm>
          <a:off x="3741480" y="2483046"/>
          <a:ext cx="1044386" cy="104438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0A963-4B4E-4C4C-926B-28DC6D0D2EA3}">
      <dsp:nvSpPr>
        <dsp:cNvPr id="0" name=""/>
        <dsp:cNvSpPr/>
      </dsp:nvSpPr>
      <dsp:spPr>
        <a:xfrm>
          <a:off x="3964055" y="2705620"/>
          <a:ext cx="599238" cy="5992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DC0C2-E15C-4701-B3FF-EB600C3E2855}">
      <dsp:nvSpPr>
        <dsp:cNvPr id="0" name=""/>
        <dsp:cNvSpPr/>
      </dsp:nvSpPr>
      <dsp:spPr>
        <a:xfrm>
          <a:off x="3407619" y="3852733"/>
          <a:ext cx="1712109" cy="68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Confirm successful deployment of a test process</a:t>
          </a:r>
          <a:endParaRPr lang="en-US" sz="1400" kern="1200"/>
        </a:p>
      </dsp:txBody>
      <dsp:txXfrm>
        <a:off x="3407619" y="3852733"/>
        <a:ext cx="1712109" cy="684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tasklist" TargetMode="External"/><Relationship Id="rId2" Type="http://schemas.openxmlformats.org/officeDocument/2006/relationships/hyperlink" Target="http://localhost:8080/operat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localhost:8080/admi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amunda.com/download/modeler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hyperlink" Target="http://localhost:8080/v2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operate/" TargetMode="External"/><Relationship Id="rId2" Type="http://schemas.openxmlformats.org/officeDocument/2006/relationships/hyperlink" Target="http://localhost:8080/tasklist/processes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Business Process Modelling and Enterprise Architecture </a:t>
            </a:r>
            <a:br>
              <a:rPr lang="en-GB" dirty="0"/>
            </a:br>
            <a:r>
              <a:rPr lang="en-GB" dirty="0"/>
              <a:t>&amp;</a:t>
            </a:r>
            <a:br>
              <a:rPr lang="en-GB" dirty="0"/>
            </a:br>
            <a:r>
              <a:rPr lang="en-GB" dirty="0"/>
              <a:t>Advanced Information Systems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1537312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GB" dirty="0"/>
              <a:t>Dilshan Jayatilake </a:t>
            </a:r>
          </a:p>
          <a:p>
            <a:pPr>
              <a:lnSpc>
                <a:spcPct val="100000"/>
              </a:lnSpc>
            </a:pPr>
            <a:r>
              <a:rPr lang="en-GB" dirty="0"/>
              <a:t>&amp; </a:t>
            </a:r>
          </a:p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A8751-9586-7006-2B42-6632605E8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BC4CC-B6FB-993C-6928-6B22B4AFFF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Group Formation </a:t>
            </a:r>
          </a:p>
          <a:p>
            <a:r>
              <a:rPr lang="en-GB" dirty="0"/>
              <a:t>Setting Up Camunda Environment</a:t>
            </a:r>
          </a:p>
          <a:p>
            <a:pPr lvl="1"/>
            <a:r>
              <a:rPr lang="en-GB" dirty="0"/>
              <a:t>Install Camunda</a:t>
            </a:r>
          </a:p>
          <a:p>
            <a:pPr lvl="1"/>
            <a:r>
              <a:rPr lang="en-GB" dirty="0"/>
              <a:t>Running the Camunda 7 cluster locally</a:t>
            </a:r>
          </a:p>
          <a:p>
            <a:pPr lvl="1"/>
            <a:r>
              <a:rPr lang="en-GB" dirty="0"/>
              <a:t>Explore Camunda</a:t>
            </a:r>
          </a:p>
          <a:p>
            <a:pPr lvl="1"/>
            <a:r>
              <a:rPr lang="en-GB" dirty="0"/>
              <a:t>Camunda Running!!!</a:t>
            </a:r>
          </a:p>
          <a:p>
            <a:r>
              <a:rPr lang="en-GB" dirty="0"/>
              <a:t>Group Task: Case Study Analysis</a:t>
            </a:r>
          </a:p>
          <a:p>
            <a:r>
              <a:rPr lang="en-GB" dirty="0"/>
              <a:t>Group Activities Checklist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83614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6D35-726E-5C4C-CC4E-AD68E0C9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 anchor="t">
            <a:normAutofit/>
          </a:bodyPr>
          <a:lstStyle/>
          <a:p>
            <a:r>
              <a:rPr lang="en-GB" dirty="0"/>
              <a:t>Group Formation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C236F725-5E9B-8A96-FBCB-2E52B7033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2981622"/>
              </p:ext>
            </p:extLst>
          </p:nvPr>
        </p:nvGraphicFramePr>
        <p:xfrm>
          <a:off x="899592" y="1554760"/>
          <a:ext cx="6515620" cy="453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76414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3CF5-361F-71B3-0F83-8B53EC21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316B-2C8F-B835-939D-1842D30E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 anchor="t">
            <a:normAutofit/>
          </a:bodyPr>
          <a:lstStyle/>
          <a:p>
            <a:r>
              <a:rPr lang="en-GB" dirty="0"/>
              <a:t>Setting Up Camunda Environment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52D7320-CDD8-EBBB-1B2B-C7A438D51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637939"/>
              </p:ext>
            </p:extLst>
          </p:nvPr>
        </p:nvGraphicFramePr>
        <p:xfrm>
          <a:off x="899591" y="1554760"/>
          <a:ext cx="4608513" cy="5042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DC3AF93-AFE5-A505-DC5D-C9106ADF95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180" y="3068960"/>
            <a:ext cx="3434782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1507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F421-D7D1-796D-A22D-1B493E76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 anchor="t">
            <a:normAutofit/>
          </a:bodyPr>
          <a:lstStyle/>
          <a:p>
            <a:r>
              <a:rPr lang="en-GB" dirty="0"/>
              <a:t>Setting Up Camunda Environment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4C13E93-53DE-B601-2129-B96F3DC859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5742646"/>
              </p:ext>
            </p:extLst>
          </p:nvPr>
        </p:nvGraphicFramePr>
        <p:xfrm>
          <a:off x="899592" y="1554760"/>
          <a:ext cx="7488832" cy="453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116145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1793-A388-EE11-64DE-B5B14C01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Launch Camunda 8 Run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F1EC0-5BCC-DD66-6026-38999B41CA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7544" y="1844824"/>
            <a:ext cx="4104456" cy="4608511"/>
          </a:xfrm>
        </p:spPr>
        <p:txBody>
          <a:bodyPr/>
          <a:lstStyle/>
          <a:p>
            <a:pPr>
              <a:buSzPts val="1300"/>
              <a:buFont typeface="Arial" panose="020B0604020202020204" pitchFamily="34" charset="0"/>
              <a:buChar char="•"/>
            </a:pPr>
            <a:r>
              <a:rPr lang="en-GB" sz="1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To start Camunda 8 Run, follow these simple steps:</a:t>
            </a:r>
          </a:p>
          <a:p>
            <a:pPr lvl="1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Open a terminal (or command prompt) and navigate to the unzipped starter folder.</a:t>
            </a:r>
          </a:p>
          <a:p>
            <a:pPr lvl="1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Run the start script. If you’re on </a:t>
            </a:r>
          </a:p>
          <a:p>
            <a:pPr lvl="2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Windows: </a:t>
            </a:r>
            <a:r>
              <a:rPr lang="en-US" dirty="0" err="1"/>
              <a:t>camunda-starter.bat</a:t>
            </a:r>
            <a:endParaRPr lang="en-US" dirty="0"/>
          </a:p>
          <a:p>
            <a:pPr lvl="2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Mac/Linux: run ./</a:t>
            </a:r>
            <a:r>
              <a:rPr lang="en-US" dirty="0" err="1"/>
              <a:t>camunda-starter.sh</a:t>
            </a:r>
            <a:endParaRPr lang="en-US" dirty="0"/>
          </a:p>
          <a:p>
            <a:pPr lvl="1">
              <a:buSzPts val="13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Watch the logs in the terminal.</a:t>
            </a:r>
          </a:p>
          <a:p>
            <a:pPr lvl="1"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 You should see messages indicating that web interfaces are available at </a:t>
            </a:r>
            <a:r>
              <a:rPr lang="en-US" dirty="0">
                <a:hlinkClick r:id="rId2"/>
              </a:rPr>
              <a:t>http://localhost:8080</a:t>
            </a:r>
            <a:r>
              <a:rPr lang="en-US" dirty="0"/>
              <a:t> for various tools (Operate, </a:t>
            </a:r>
            <a:r>
              <a:rPr lang="en-US" dirty="0" err="1"/>
              <a:t>Tasklist</a:t>
            </a:r>
            <a:r>
              <a:rPr lang="en-US" dirty="0"/>
              <a:t>, etc.)</a:t>
            </a:r>
          </a:p>
          <a:p>
            <a:pPr lvl="1">
              <a:buSzPts val="13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0156B-728A-2B3C-8CDE-19F58CC5B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76233"/>
            <a:ext cx="4378426" cy="2382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3FB2D5-5F35-A10B-C34A-AA74E3CF1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557" y="1484784"/>
            <a:ext cx="4378427" cy="236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78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8651-8798-0B18-E0F6-4BB37284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HelveticaNeue" panose="02000503000000020004" pitchFamily="2" charset="0"/>
              </a:rPr>
              <a:t>Running the Camunda 8 cluster locally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04DA5-3126-57A9-B369-6A02F08DF5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632849" cy="4608512"/>
          </a:xfrm>
        </p:spPr>
        <p:txBody>
          <a:bodyPr/>
          <a:lstStyle/>
          <a:p>
            <a:r>
              <a:rPr lang="en-US" dirty="0"/>
              <a:t>Access each component using the following URLs:</a:t>
            </a:r>
          </a:p>
          <a:p>
            <a:pPr lvl="1"/>
            <a:r>
              <a:rPr lang="en-US" dirty="0"/>
              <a:t>Operate: </a:t>
            </a:r>
            <a:r>
              <a:rPr lang="en-US" dirty="0">
                <a:hlinkClick r:id="rId2"/>
              </a:rPr>
              <a:t>http://localhost:8080/operate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Tasklist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http://localhost:8080/tasklist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Admin: </a:t>
            </a:r>
            <a:r>
              <a:rPr lang="en-US" dirty="0">
                <a:hlinkClick r:id="rId4"/>
              </a:rPr>
              <a:t>http://localhost:8080/admin</a:t>
            </a:r>
            <a:r>
              <a:rPr lang="en-US" dirty="0"/>
              <a:t> </a:t>
            </a:r>
          </a:p>
          <a:p>
            <a:r>
              <a:rPr lang="en-US" dirty="0"/>
              <a:t>Login with:</a:t>
            </a:r>
          </a:p>
          <a:p>
            <a:pPr lvl="1"/>
            <a:r>
              <a:rPr lang="en-US" dirty="0"/>
              <a:t>Username: demo</a:t>
            </a:r>
          </a:p>
          <a:p>
            <a:pPr lvl="1"/>
            <a:r>
              <a:rPr lang="en-US" dirty="0"/>
              <a:t>Password: demo</a:t>
            </a:r>
          </a:p>
          <a:p>
            <a:pPr lvl="1"/>
            <a:endParaRPr lang="en-US" dirty="0"/>
          </a:p>
          <a:p>
            <a:pPr marL="0" indent="0">
              <a:buNone/>
            </a:pPr>
            <a:br>
              <a:rPr lang="en-GB" sz="1900" dirty="0"/>
            </a:br>
            <a:endParaRPr lang="en-GB" sz="1900" dirty="0"/>
          </a:p>
          <a:p>
            <a:endParaRPr lang="en-GB" sz="19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62281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7401-D570-A404-C80A-3B87A049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should see…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E4520-E1E7-828E-B1BB-C8E815797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Operate</a:t>
            </a:r>
          </a:p>
          <a:p>
            <a:pPr marL="266700" lvl="1" indent="0">
              <a:buNone/>
            </a:pPr>
            <a:endParaRPr lang="en-GB" dirty="0"/>
          </a:p>
          <a:p>
            <a:r>
              <a:rPr lang="en-GB" dirty="0"/>
              <a:t>Task List</a:t>
            </a:r>
          </a:p>
          <a:p>
            <a:r>
              <a:rPr lang="en-GB" dirty="0"/>
              <a:t>Admin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FDBE2-A343-49C5-DDD7-FCBEFC250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711" y="4220541"/>
            <a:ext cx="5308513" cy="22429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829EC7-9CCD-4B38-7665-3C2C30810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191" y="1274960"/>
            <a:ext cx="5115100" cy="2717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B39605-3CBD-B836-7A82-EAD4306C9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60" y="4318089"/>
            <a:ext cx="3567651" cy="185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0521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8F58-D651-0F23-A2C8-38346771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Camunda Modeler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4A502-F683-A081-2AEA-4D28ACC566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dirty="0"/>
              <a:t>Go to: </a:t>
            </a:r>
            <a:r>
              <a:rPr lang="en-GB" dirty="0">
                <a:hlinkClick r:id="rId2"/>
              </a:rPr>
              <a:t>https://camunda.com/download/modeler/</a:t>
            </a:r>
            <a:r>
              <a:rPr lang="en-GB" dirty="0"/>
              <a:t> </a:t>
            </a:r>
          </a:p>
          <a:p>
            <a:r>
              <a:rPr lang="en-GB" dirty="0"/>
              <a:t>Select the download the correct variant  based on your operating system </a:t>
            </a:r>
          </a:p>
          <a:p>
            <a:r>
              <a:rPr lang="en-GB" dirty="0"/>
              <a:t>Download and Install</a:t>
            </a:r>
          </a:p>
          <a:p>
            <a:r>
              <a:rPr lang="en-GB" dirty="0"/>
              <a:t>Run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89C33-B0D8-F14C-8236-ECFCE9859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335" y="1052736"/>
            <a:ext cx="4413622" cy="30356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8461F-99A4-AE8C-50A9-8C65121C6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679" y="4075940"/>
            <a:ext cx="4006933" cy="260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6512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B892-0351-E659-12E2-CDD466E0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Camunda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87558-AB52-924D-EDCF-157268611F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398" y="1340768"/>
            <a:ext cx="3672409" cy="4608512"/>
          </a:xfrm>
        </p:spPr>
        <p:txBody>
          <a:bodyPr/>
          <a:lstStyle/>
          <a:p>
            <a:pPr rtl="0">
              <a:buSzPts val="1600"/>
              <a:buFont typeface="Arial" panose="020B0604020202020204" pitchFamily="34" charset="0"/>
              <a:buChar char="•"/>
            </a:pPr>
            <a:r>
              <a:rPr lang="en-GB" sz="1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First, launch the Camunda Modeler application. </a:t>
            </a:r>
          </a:p>
          <a:p>
            <a:pPr rtl="0">
              <a:buSzPts val="1600"/>
              <a:buFont typeface="Arial" panose="020B0604020202020204" pitchFamily="34" charset="0"/>
              <a:buChar char="•"/>
            </a:pPr>
            <a:r>
              <a:rPr lang="en-GB" sz="1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Configure the connection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Cluster endpoint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http://localhost:8080/v2/</a:t>
            </a:r>
            <a:r>
              <a:rPr lang="en-US" dirty="0"/>
              <a:t> </a:t>
            </a:r>
          </a:p>
          <a:p>
            <a:pPr marL="266700" lvl="1" indent="0">
              <a:buSzPts val="1600"/>
              <a:buNone/>
            </a:pPr>
            <a:r>
              <a:rPr lang="en-US" dirty="0"/>
              <a:t>or 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US" dirty="0" err="1"/>
              <a:t>Zeebe</a:t>
            </a:r>
            <a:r>
              <a:rPr lang="en-US" dirty="0"/>
              <a:t> API (</a:t>
            </a:r>
            <a:r>
              <a:rPr lang="en-US" dirty="0" err="1"/>
              <a:t>gRPC</a:t>
            </a:r>
            <a:r>
              <a:rPr lang="en-US" dirty="0"/>
              <a:t>):  http://localhost:26500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US" dirty="0"/>
              <a:t>You can find this on the console. </a:t>
            </a:r>
          </a:p>
          <a:p>
            <a:pPr>
              <a:buSzPts val="1600"/>
              <a:buFont typeface="Arial" panose="020B0604020202020204" pitchFamily="34" charset="0"/>
              <a:buChar char="•"/>
            </a:pPr>
            <a:r>
              <a:rPr lang="en-US" dirty="0"/>
              <a:t>Select Camunda connection as the connection you just created. 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>
              <a:buSzPts val="16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/>
            <a:endParaRPr lang="en-GB" sz="18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17195-00DD-E01C-572A-8DFF9864D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4" y="4988479"/>
            <a:ext cx="2919657" cy="1813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21532-1A79-AF6E-77C2-8739D5D49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6314114"/>
            <a:ext cx="6054680" cy="494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0F9A9A-68E9-D665-BA9A-27DFCFFD1F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410" y="4980303"/>
            <a:ext cx="2434794" cy="1563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7CAD9-7170-00AA-955F-924AD3A169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249" y="736312"/>
            <a:ext cx="4565063" cy="4090408"/>
          </a:xfrm>
          <a:prstGeom prst="rect">
            <a:avLst/>
          </a:prstGeom>
        </p:spPr>
      </p:pic>
      <p:pic>
        <p:nvPicPr>
          <p:cNvPr id="15" name="Graphic 14" descr="Badge 4 outline">
            <a:extLst>
              <a:ext uri="{FF2B5EF4-FFF2-40B4-BE49-F238E27FC236}">
                <a16:creationId xmlns:a16="http://schemas.microsoft.com/office/drawing/2014/main" id="{F79D8C6B-7E0C-70BC-B5DC-C6DCE8EB0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9804" y="4732809"/>
            <a:ext cx="914400" cy="914400"/>
          </a:xfrm>
          <a:prstGeom prst="rect">
            <a:avLst/>
          </a:prstGeom>
        </p:spPr>
      </p:pic>
      <p:pic>
        <p:nvPicPr>
          <p:cNvPr id="17" name="Graphic 16" descr="Badge 3 outline">
            <a:extLst>
              <a:ext uri="{FF2B5EF4-FFF2-40B4-BE49-F238E27FC236}">
                <a16:creationId xmlns:a16="http://schemas.microsoft.com/office/drawing/2014/main" id="{6EFADC96-D94C-11E7-4B8C-54981BADA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1819" y="4050063"/>
            <a:ext cx="914400" cy="914400"/>
          </a:xfrm>
          <a:prstGeom prst="rect">
            <a:avLst/>
          </a:prstGeom>
        </p:spPr>
      </p:pic>
      <p:pic>
        <p:nvPicPr>
          <p:cNvPr id="19" name="Graphic 18" descr="Badge outline">
            <a:extLst>
              <a:ext uri="{FF2B5EF4-FFF2-40B4-BE49-F238E27FC236}">
                <a16:creationId xmlns:a16="http://schemas.microsoft.com/office/drawing/2014/main" id="{FF88F999-CFDE-23E6-FE9B-41F457F61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932" y="5348520"/>
            <a:ext cx="914400" cy="914400"/>
          </a:xfrm>
          <a:prstGeom prst="rect">
            <a:avLst/>
          </a:prstGeom>
        </p:spPr>
      </p:pic>
      <p:pic>
        <p:nvPicPr>
          <p:cNvPr id="21" name="Graphic 20" descr="Badge 1 outline">
            <a:extLst>
              <a:ext uri="{FF2B5EF4-FFF2-40B4-BE49-F238E27FC236}">
                <a16:creationId xmlns:a16="http://schemas.microsoft.com/office/drawing/2014/main" id="{EDB70842-4E77-8AC6-9660-A02E539DA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0110" y="59354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5719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4D2B-771A-5237-0184-D085FCF9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718-A668-69B4-68A3-A59F309B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Camunda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72CA-0876-22C7-B241-84A7E77CB4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4320481" cy="4608512"/>
          </a:xfrm>
        </p:spPr>
        <p:txBody>
          <a:bodyPr/>
          <a:lstStyle/>
          <a:p>
            <a:pPr rtl="0">
              <a:buSzPts val="1600"/>
              <a:buFont typeface="Arial" panose="020B0604020202020204" pitchFamily="34" charset="0"/>
              <a:buChar char="•"/>
            </a:pPr>
            <a:r>
              <a:rPr lang="en-GB" sz="1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First, launch the Camunda Modeler application. 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Make sure your model is executable</a:t>
            </a: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>
              <a:buSzPts val="1600"/>
              <a:buFont typeface="Arial" panose="020B0604020202020204" pitchFamily="34" charset="0"/>
              <a:buChar char="•"/>
            </a:pPr>
            <a:r>
              <a:rPr lang="en-GB" sz="1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Deploying the process to the engine. </a:t>
            </a:r>
          </a:p>
          <a:p>
            <a:pPr rtl="0">
              <a:buSzPts val="1600"/>
              <a:buFont typeface="Arial" panose="020B0604020202020204" pitchFamily="34" charset="0"/>
              <a:buChar char="•"/>
            </a:pPr>
            <a:r>
              <a:rPr lang="en-GB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Click Rocket icon on the bottom ribbon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Go to: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hlinkClick r:id="rId2"/>
              </a:rPr>
              <a:t>http://localhost:8080/tasklist/processes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>
              <a:buSzPts val="1600"/>
              <a:buFont typeface="Arial" panose="020B0604020202020204" pitchFamily="34" charset="0"/>
              <a:buChar char="•"/>
            </a:pPr>
            <a:r>
              <a:rPr lang="en-GB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You should see your process ready to start. 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Go to: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hlinkClick r:id="rId3"/>
              </a:rPr>
              <a:t>http://localhost:8080/operate/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lvl="1">
              <a:buSzPts val="1600"/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Observe the process that you just started. </a:t>
            </a:r>
          </a:p>
          <a:p>
            <a:pPr>
              <a:buSzPts val="16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>
              <a:buSzPts val="1600"/>
              <a:buFont typeface="Arial" panose="020B0604020202020204" pitchFamily="34" charset="0"/>
              <a:buChar char="•"/>
            </a:pPr>
            <a:endParaRPr lang="en-GB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>
              <a:buSzPts val="1600"/>
              <a:buFont typeface="Arial" panose="020B0604020202020204" pitchFamily="34" charset="0"/>
              <a:buChar char="•"/>
            </a:pPr>
            <a:endParaRPr lang="en-GB" sz="18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/>
            <a:endParaRPr lang="en-GB" sz="18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429C77-8439-C7FB-B615-8CDB1293B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10" y="1340768"/>
            <a:ext cx="2443381" cy="4608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74CBA5-0015-FC13-588F-F5636C6B2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12" y="5445224"/>
            <a:ext cx="4095998" cy="12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4250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18E8-B0E1-966D-18BE-F0770D6E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your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DE983-A2AE-713F-06FC-5F8B47652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US" dirty="0"/>
              <a:t>Group Size : 5</a:t>
            </a:r>
          </a:p>
          <a:p>
            <a:r>
              <a:rPr lang="en-US" dirty="0"/>
              <a:t>Group stays throughout the both units AISD &amp; BPM&amp;EA</a:t>
            </a:r>
          </a:p>
          <a:p>
            <a:r>
              <a:rPr lang="en-US" dirty="0"/>
              <a:t>Once you set the groups you cannot change groups</a:t>
            </a:r>
          </a:p>
          <a:p>
            <a:r>
              <a:rPr lang="en-US" dirty="0"/>
              <a:t>Individual contributions will be accounted for individual marks </a:t>
            </a:r>
          </a:p>
        </p:txBody>
      </p:sp>
      <p:pic>
        <p:nvPicPr>
          <p:cNvPr id="6" name="Picture 5" descr="Finding Your Group">
            <a:extLst>
              <a:ext uri="{FF2B5EF4-FFF2-40B4-BE49-F238E27FC236}">
                <a16:creationId xmlns:a16="http://schemas.microsoft.com/office/drawing/2014/main" id="{509E522D-D222-464C-8D2A-76298E55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205"/>
          <a:stretch>
            <a:fillRect/>
          </a:stretch>
        </p:blipFill>
        <p:spPr>
          <a:xfrm>
            <a:off x="4740328" y="1700808"/>
            <a:ext cx="3877634" cy="308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8505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6D0F-4CF4-8235-29CF-AB4CB56D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 anchor="t">
            <a:normAutofit/>
          </a:bodyPr>
          <a:lstStyle/>
          <a:p>
            <a:r>
              <a:rPr lang="en-GB" dirty="0"/>
              <a:t>Group Task: Case Study Analysis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8FDEF85-EE7A-6AB7-6A9A-C36131918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8054971"/>
              </p:ext>
            </p:extLst>
          </p:nvPr>
        </p:nvGraphicFramePr>
        <p:xfrm>
          <a:off x="899592" y="1554760"/>
          <a:ext cx="6515620" cy="453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799825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2A32-2DCE-9A3D-661F-57C3F9EC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 anchor="t">
            <a:normAutofit/>
          </a:bodyPr>
          <a:lstStyle/>
          <a:p>
            <a:r>
              <a:rPr lang="en-GB" dirty="0"/>
              <a:t>Group Activities Checklist</a:t>
            </a:r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FBB29110-9765-6840-C411-E89ABC3953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568739"/>
              </p:ext>
            </p:extLst>
          </p:nvPr>
        </p:nvGraphicFramePr>
        <p:xfrm>
          <a:off x="899592" y="1554760"/>
          <a:ext cx="6515620" cy="453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148530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EE06-A4CE-E451-17E0-8B584FB5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60E0-E354-D4A8-15E5-FC8FD4B4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905550" cy="2089585"/>
          </a:xfrm>
        </p:spPr>
        <p:txBody>
          <a:bodyPr>
            <a:normAutofit fontScale="90000"/>
          </a:bodyPr>
          <a:lstStyle/>
          <a:p>
            <a:r>
              <a:rPr lang="en-GB" dirty="0"/>
              <a:t>Business Process Modelling and Enterprise Architecture </a:t>
            </a:r>
            <a:br>
              <a:rPr lang="en-GB" dirty="0"/>
            </a:br>
            <a:r>
              <a:rPr lang="en-GB" dirty="0"/>
              <a:t>&amp;</a:t>
            </a:r>
            <a:br>
              <a:rPr lang="en-GB" dirty="0"/>
            </a:br>
            <a:r>
              <a:rPr lang="en-GB" dirty="0"/>
              <a:t>Advanced Information Systems Development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Group Allocation and Environment Setup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B2BD5-A9A9-9AF2-3C6E-C8DE606E4A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17B1F-5C9F-750C-9468-C4A4B00A41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Dilshan Jayatilake </a:t>
            </a:r>
          </a:p>
          <a:p>
            <a:pPr>
              <a:lnSpc>
                <a:spcPct val="100000"/>
              </a:lnSpc>
            </a:pPr>
            <a:r>
              <a:rPr lang="en-GB" dirty="0"/>
              <a:t>&amp; </a:t>
            </a:r>
          </a:p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655793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bject-Oriented Programming Concepts - Part 01" id="{DF1D8F2D-BA19-504D-AFD3-F53FB271C768}" vid="{2406A03F-6750-8C4D-BE38-8D4ABBCBF86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D2D201-97C8-4E70-BF77-76D11DC8600F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3a4ab234-afbc-41ab-b2db-358d80304e46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37ba92a-5764-4297-b5f7-6ea117412624"/>
  </ds:schemaRefs>
</ds:datastoreItem>
</file>

<file path=customXml/itemProps4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1701</TotalTime>
  <Words>662</Words>
  <Application>Microsoft Macintosh PowerPoint</Application>
  <PresentationFormat>On-screen Show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HelveticaNeue</vt:lpstr>
      <vt:lpstr>Tahoma</vt:lpstr>
      <vt:lpstr>Custom Design</vt:lpstr>
      <vt:lpstr>Business Process Modelling and Enterprise Architecture  &amp; Advanced Information Systems Development</vt:lpstr>
      <vt:lpstr>Session Plan</vt:lpstr>
      <vt:lpstr>Group Formation</vt:lpstr>
      <vt:lpstr>Setting Up Camunda Environment</vt:lpstr>
      <vt:lpstr>Setting Up Camunda Environment</vt:lpstr>
      <vt:lpstr>Launch Camunda 8 Run</vt:lpstr>
      <vt:lpstr>Running the Camunda 8 cluster locally</vt:lpstr>
      <vt:lpstr>You should see…</vt:lpstr>
      <vt:lpstr>Camunda Modeler</vt:lpstr>
      <vt:lpstr>Running Camunda</vt:lpstr>
      <vt:lpstr>Running Camunda</vt:lpstr>
      <vt:lpstr>Find your group</vt:lpstr>
      <vt:lpstr>Group Task: Case Study Analysis</vt:lpstr>
      <vt:lpstr>Group Activities Checklist</vt:lpstr>
      <vt:lpstr>Business Process Modelling and Enterprise Architecture  &amp; Advanced Information Systems Development  Group Allocation and Environment Setup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Dilshan Jayatilake</dc:creator>
  <cp:lastModifiedBy>Dilshan Jayatilake</cp:lastModifiedBy>
  <cp:revision>5</cp:revision>
  <cp:lastPrinted>2016-09-22T10:08:48Z</cp:lastPrinted>
  <dcterms:created xsi:type="dcterms:W3CDTF">2025-09-06T05:08:03Z</dcterms:created>
  <dcterms:modified xsi:type="dcterms:W3CDTF">2026-09-12T13:20:57Z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